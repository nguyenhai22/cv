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384" r:id="rId5"/>
    <p:sldId id="38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sion Inspection công đoạn Dán Decal" id="{CAD2D305-8114-4B88-84A0-4BE33AC80CC5}">
          <p14:sldIdLst>
            <p14:sldId id="384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FF"/>
    <a:srgbClr val="278202"/>
    <a:srgbClr val="F2AA84"/>
    <a:srgbClr val="61CBF4"/>
    <a:srgbClr val="FFFFFF"/>
    <a:srgbClr val="156082"/>
    <a:srgbClr val="FFF2CC"/>
    <a:srgbClr val="E2E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94068" autoAdjust="0"/>
  </p:normalViewPr>
  <p:slideViewPr>
    <p:cSldViewPr snapToGrid="0">
      <p:cViewPr varScale="1">
        <p:scale>
          <a:sx n="104" d="100"/>
          <a:sy n="104" d="100"/>
        </p:scale>
        <p:origin x="120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ễn Văn Minh" userId="26b48a83-19ba-4a1a-a883-e7c9417c3a6c" providerId="ADAL" clId="{3C7DFBC0-FCE9-4B09-BC0A-9485E9433B0F}"/>
    <pc:docChg chg="undo custSel addSld delSld modSld delMainMaster addSection delSection modSection">
      <pc:chgData name="Nguyễn Văn Minh" userId="26b48a83-19ba-4a1a-a883-e7c9417c3a6c" providerId="ADAL" clId="{3C7DFBC0-FCE9-4B09-BC0A-9485E9433B0F}" dt="2026-03-19T02:44:34.805" v="6414" actId="1076"/>
      <pc:docMkLst>
        <pc:docMk/>
      </pc:docMkLst>
      <pc:sldChg chg="delSp modSp mod">
        <pc:chgData name="Nguyễn Văn Minh" userId="26b48a83-19ba-4a1a-a883-e7c9417c3a6c" providerId="ADAL" clId="{3C7DFBC0-FCE9-4B09-BC0A-9485E9433B0F}" dt="2026-03-19T02:44:34.805" v="6414" actId="1076"/>
        <pc:sldMkLst>
          <pc:docMk/>
          <pc:sldMk cId="1524756007" sldId="380"/>
        </pc:sldMkLst>
        <pc:spChg chg="mod topLvl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23" creationId="{F3ABE607-6197-83C6-F80C-1B04572C76A3}"/>
          </ac:spMkLst>
        </pc:spChg>
        <pc:spChg chg="mod topLvl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26" creationId="{EBA4AA0F-B40E-AF04-A1E1-E056671A2A60}"/>
          </ac:spMkLst>
        </pc:spChg>
        <pc:spChg chg="mod topLvl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28" creationId="{47851C3B-0D79-6B80-3CCF-2E26CE0DE39A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36" creationId="{4F6B7C00-EFF3-3BC9-D90D-BDA6FDE28F88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39" creationId="{CE3346E6-E9CE-AC6D-0E12-399E5E8F742B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44" creationId="{39FF92AB-98FF-3345-F565-B75C1DAEA883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46" creationId="{84C2FC7E-9093-A7E7-6F56-17A0AFE62762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53" creationId="{BB7AA6A0-1D22-00F7-9240-FF9951788C09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54" creationId="{29D733B7-71C9-477F-296B-B66D02AB08FD}"/>
          </ac:spMkLst>
        </pc:spChg>
        <pc:spChg chg="mod">
          <ac:chgData name="Nguyễn Văn Minh" userId="26b48a83-19ba-4a1a-a883-e7c9417c3a6c" providerId="ADAL" clId="{3C7DFBC0-FCE9-4B09-BC0A-9485E9433B0F}" dt="2026-03-19T02:44:30.662" v="6412" actId="165"/>
          <ac:spMkLst>
            <pc:docMk/>
            <pc:sldMk cId="1524756007" sldId="380"/>
            <ac:spMk id="56" creationId="{2F7BBD6A-48E0-C386-FF57-5BEE276DC3FD}"/>
          </ac:spMkLst>
        </pc:spChg>
        <pc:picChg chg="mod">
          <ac:chgData name="Nguyễn Văn Minh" userId="26b48a83-19ba-4a1a-a883-e7c9417c3a6c" providerId="ADAL" clId="{3C7DFBC0-FCE9-4B09-BC0A-9485E9433B0F}" dt="2026-03-19T02:44:34.805" v="6414" actId="1076"/>
          <ac:picMkLst>
            <pc:docMk/>
            <pc:sldMk cId="1524756007" sldId="380"/>
            <ac:picMk id="50" creationId="{DF60FC54-2465-5478-454E-0BE99EBC81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9DC67-313A-4E39-A087-8661F74DEBC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861A1-6A2C-4CDC-8772-A20C98AEA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4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861A1-6A2C-4CDC-8772-A20C98AEA1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0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861A1-6A2C-4CDC-8772-A20C98AEA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CCB2-44F5-7F31-FCA1-C26715041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DA863-5A8F-FCA2-E499-A2C2BB3E0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EB95-5901-8695-B78F-47D269DF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A7C7-34AF-1E3F-396A-89BB8CD1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368F9-CEEE-9BE9-7219-A9598340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7D621-C4E2-8057-EB5F-713440747F2A}"/>
              </a:ext>
            </a:extLst>
          </p:cNvPr>
          <p:cNvSpPr txBox="1"/>
          <p:nvPr userDrawn="1"/>
        </p:nvSpPr>
        <p:spPr>
          <a:xfrm>
            <a:off x="731179" y="6607931"/>
            <a:ext cx="2812602" cy="25391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n-US" sz="1000" i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Writer: Data &amp; Process Part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C16A5-98A3-93EE-EBBB-342DD104F636}"/>
              </a:ext>
            </a:extLst>
          </p:cNvPr>
          <p:cNvSpPr txBox="1"/>
          <p:nvPr userDrawn="1"/>
        </p:nvSpPr>
        <p:spPr>
          <a:xfrm>
            <a:off x="9549946" y="6607932"/>
            <a:ext cx="2994899" cy="25391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n-US" sz="1000" i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Reporter: : Data &amp; Process Part</a:t>
            </a:r>
          </a:p>
        </p:txBody>
      </p:sp>
    </p:spTree>
    <p:extLst>
      <p:ext uri="{BB962C8B-B14F-4D97-AF65-F5344CB8AC3E}">
        <p14:creationId xmlns:p14="http://schemas.microsoft.com/office/powerpoint/2010/main" val="251499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261C-2194-53C7-B5F0-6C073C51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8E858-FF2C-0E0F-11FB-373D2013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41121-49F8-7CAE-C9AB-AA03B908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7E72B-CC20-A60D-9156-29062984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94F12-B798-7FDA-AABE-F17CD724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5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F982-0428-DD1A-2E87-B0ED78F5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A6FC1-C5E7-4B39-AFBA-85B6C5B6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EFAB-039B-8F08-0344-ED051985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FE070-E8DB-D4C8-8B46-F5B89E7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7DFF1-0E50-8934-4B5A-CB474529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B35675-5457-BCB9-39C8-2DC354CB99E5}"/>
              </a:ext>
            </a:extLst>
          </p:cNvPr>
          <p:cNvCxnSpPr/>
          <p:nvPr userDrawn="1"/>
        </p:nvCxnSpPr>
        <p:spPr>
          <a:xfrm>
            <a:off x="0" y="638274"/>
            <a:ext cx="12192000" cy="0"/>
          </a:xfrm>
          <a:prstGeom prst="line">
            <a:avLst/>
          </a:prstGeom>
          <a:ln w="63500">
            <a:solidFill>
              <a:srgbClr val="2B0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5083E76-C617-1814-D787-FFE58A4751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9945" y="132338"/>
            <a:ext cx="2599574" cy="29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4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F3E9-99CD-D858-2C3F-82A29290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2B43D-0C2A-53A9-9109-0652E8B12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3EE0-270B-931A-3EC6-EB916E199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249A7-C863-E1F7-516A-36A38E4C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2E4B0-81FD-2185-2F26-9B43F74E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6F09F-BB1C-EA86-42C4-497C33EE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1C5C-A300-02F3-13E2-9D39612E8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D629F-1932-AD0B-1BE1-CDADAC8BD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376F8-6B22-57D6-9FFF-F0E295F75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0695C-19D1-007D-800E-4D9B0574C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580CA-6E51-835B-E352-F22BB0456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5224C-3C2C-C9C4-E16A-F49B9C81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5D9ED-44C0-9C04-728A-15B70BAD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2DF25-2D3F-F95D-AB65-2B724CD6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2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854B-6D4D-2A6B-57FE-45FF26BB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BC3B7-C477-3B1E-1DCE-3FA81325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2893C-D693-4BFA-1E3D-B5C098C3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05D5F-D10C-24A6-3C24-CA1C77BC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0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1FE74-8F95-6012-3D20-B80B8184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410CA-60BD-9896-9550-9970238E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DE6CE-5C79-A380-641E-7F342B39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5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11E0-5A7C-2288-36ED-1C6E5DD6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5C28-C719-D1E2-6E54-B53C80BD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E89E4-8D7E-7E7E-8F8C-498F211F8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65D8-993F-3406-9479-12997888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8E637-6ACF-01DA-7176-D29A2537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1CF7D-7525-0B28-1842-418F3C08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4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BF02-5331-398C-3F0A-E5FD8389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B90FF-D235-0541-CE39-8753F2D66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1512B-A363-B8C5-4E86-7D79F0F79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B193D-C8DA-0734-0E1C-FE25F810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CF2C4-427A-2730-0E32-89BF3AA2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09E9C-8750-F50E-28D3-0AC3AC74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7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8634-F47F-81CA-1A82-91B5A794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17DAF-D7A0-0D68-E7F2-BA37AE936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09D25-B6B5-7C83-E1EB-C6A184D2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D1F03-3B51-3FA3-2D5A-3F26EB306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928B3-011D-7E13-EC42-5280214B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5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93628-574C-DB1A-7E18-A7D0DB925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BC0AF-7E4F-B1DD-4A08-F445D950B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75494-02EC-B7A5-9D44-B4BEDEA7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E3808-1F9E-F2AC-E595-D8D27A97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80A3-2975-511F-BDB1-9BFF2554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0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CA11AF-2F78-6A63-AA35-DF097258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0212C-FAE6-EE04-5020-1BFE95E02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10EB1-9F4B-CB93-1D99-C98F360F6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A00DE-1A9D-43F0-9254-5B5AF8B447E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18599-2988-BA3F-1FA1-3AC9C4E0E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F81C7-04B8-FC90-F1A1-101BDB266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3809F-6C41-4EE0-BA93-A45BAD18CB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C4511-7B66-DD58-D5D0-6D2AEA1A75B0}"/>
              </a:ext>
            </a:extLst>
          </p:cNvPr>
          <p:cNvSpPr txBox="1"/>
          <p:nvPr userDrawn="1"/>
        </p:nvSpPr>
        <p:spPr>
          <a:xfrm>
            <a:off x="731179" y="6607931"/>
            <a:ext cx="2812602" cy="25391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n-US" sz="1000" i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Writer: Nguyễn Hữu Hải - Data &amp; Process Part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5EDEA-5C7B-2D40-1985-13470BC6C14B}"/>
              </a:ext>
            </a:extLst>
          </p:cNvPr>
          <p:cNvSpPr txBox="1"/>
          <p:nvPr userDrawn="1"/>
        </p:nvSpPr>
        <p:spPr>
          <a:xfrm>
            <a:off x="9109999" y="6607931"/>
            <a:ext cx="2994899" cy="25391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n-US" sz="1000" i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Writer: Nguyễn Hữu Hải - Data &amp; Process Part</a:t>
            </a:r>
          </a:p>
        </p:txBody>
      </p:sp>
    </p:spTree>
    <p:extLst>
      <p:ext uri="{BB962C8B-B14F-4D97-AF65-F5344CB8AC3E}">
        <p14:creationId xmlns:p14="http://schemas.microsoft.com/office/powerpoint/2010/main" val="383121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17F8D-3C86-57B9-1BDE-4964A9B5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Picture 642">
            <a:extLst>
              <a:ext uri="{FF2B5EF4-FFF2-40B4-BE49-F238E27FC236}">
                <a16:creationId xmlns:a16="http://schemas.microsoft.com/office/drawing/2014/main" id="{5B34F203-92CD-32F0-DDFA-99D2CD3F6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17" y="1441863"/>
            <a:ext cx="11149280" cy="23402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E4DFD9-97D3-4DF5-C6FB-C0639793D27C}"/>
              </a:ext>
            </a:extLst>
          </p:cNvPr>
          <p:cNvSpPr txBox="1"/>
          <p:nvPr/>
        </p:nvSpPr>
        <p:spPr>
          <a:xfrm>
            <a:off x="62630" y="70372"/>
            <a:ext cx="1010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85">
              <a:defRPr/>
            </a:pPr>
            <a:r>
              <a:rPr 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[VISION_LRTĐ_PICTUE CUBE 16P]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HIỆN TRẠNG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5D6503-33CC-BC43-13A8-F353BC3572E0}"/>
              </a:ext>
            </a:extLst>
          </p:cNvPr>
          <p:cNvSpPr txBox="1"/>
          <p:nvPr/>
        </p:nvSpPr>
        <p:spPr>
          <a:xfrm>
            <a:off x="321925" y="646785"/>
            <a:ext cx="107247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767" indent="-285756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độ sáng của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máy LRTĐ Picture Cube 16P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cho thấy: </a:t>
            </a:r>
          </a:p>
          <a:p>
            <a:pPr marL="708661" lvl="1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Tình trạng </a:t>
            </a:r>
            <a:r>
              <a:rPr lang="en-US" sz="11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 2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: Tỷ lệ chính xác Vision thấp (</a:t>
            </a:r>
            <a:r>
              <a:rPr lang="en-US" sz="11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97.78%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) hơn những máy khác. Phân tích cho thấy độ sáng thấp (hầu hết </a:t>
            </a:r>
            <a:r>
              <a:rPr lang="en-US" sz="11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150 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phát sinh tỷ lệ lọt lỗi cao </a:t>
            </a:r>
            <a:r>
              <a:rPr lang="en-US" sz="1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0.11% - 8.87%)</a:t>
            </a:r>
          </a:p>
          <a:p>
            <a:pPr marL="708661" lvl="1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vi-VN" sz="1100">
                <a:latin typeface="Times New Roman" panose="02020603050405020304" pitchFamily="18" charset="0"/>
                <a:cs typeface="Times New Roman" panose="02020603050405020304" pitchFamily="18" charset="0"/>
              </a:rPr>
              <a:t>Ngưỡng Spec </a:t>
            </a:r>
            <a:r>
              <a:rPr lang="vi-VN" sz="11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150 - 180 </a:t>
            </a:r>
            <a:r>
              <a:rPr lang="vi-VN" sz="1100">
                <a:latin typeface="Times New Roman" panose="02020603050405020304" pitchFamily="18" charset="0"/>
                <a:cs typeface="Times New Roman" panose="02020603050405020304" pitchFamily="18" charset="0"/>
              </a:rPr>
              <a:t>là tối ưu</a:t>
            </a:r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 về tỷ lệ lọt lỗi với những </a:t>
            </a:r>
            <a:r>
              <a:rPr lang="en-US" sz="11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 4, 6, 10, 11</a:t>
            </a:r>
            <a:r>
              <a:rPr lang="vi-VN" sz="11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92F6B-1B34-A89D-0966-B55369EA2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71" y="3785789"/>
            <a:ext cx="11165184" cy="240019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E899C8-DF02-35E9-9027-3B895095C7BB}"/>
              </a:ext>
            </a:extLst>
          </p:cNvPr>
          <p:cNvCxnSpPr>
            <a:cxnSpLocks/>
          </p:cNvCxnSpPr>
          <p:nvPr/>
        </p:nvCxnSpPr>
        <p:spPr>
          <a:xfrm>
            <a:off x="1958942" y="2342156"/>
            <a:ext cx="9733547" cy="0"/>
          </a:xfrm>
          <a:prstGeom prst="line">
            <a:avLst/>
          </a:prstGeom>
          <a:ln w="1905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7EDD8A-047D-D142-E1FA-8B04CDF7D9C7}"/>
              </a:ext>
            </a:extLst>
          </p:cNvPr>
          <p:cNvCxnSpPr>
            <a:cxnSpLocks/>
          </p:cNvCxnSpPr>
          <p:nvPr/>
        </p:nvCxnSpPr>
        <p:spPr>
          <a:xfrm>
            <a:off x="1950642" y="1884265"/>
            <a:ext cx="9733547" cy="0"/>
          </a:xfrm>
          <a:prstGeom prst="line">
            <a:avLst/>
          </a:prstGeom>
          <a:ln w="1905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499AB3B-ED7C-57A0-4184-E32FF64321D9}"/>
              </a:ext>
            </a:extLst>
          </p:cNvPr>
          <p:cNvSpPr txBox="1"/>
          <p:nvPr/>
        </p:nvSpPr>
        <p:spPr>
          <a:xfrm>
            <a:off x="10975993" y="2331584"/>
            <a:ext cx="7633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USL = 150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61404D-E813-962F-4B19-17B00253888E}"/>
              </a:ext>
            </a:extLst>
          </p:cNvPr>
          <p:cNvSpPr txBox="1"/>
          <p:nvPr/>
        </p:nvSpPr>
        <p:spPr>
          <a:xfrm>
            <a:off x="10954699" y="1663682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LSL = 180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161F15-B012-FDF2-3DC6-3304BD78BCE6}"/>
              </a:ext>
            </a:extLst>
          </p:cNvPr>
          <p:cNvSpPr/>
          <p:nvPr/>
        </p:nvSpPr>
        <p:spPr>
          <a:xfrm>
            <a:off x="1965532" y="1445494"/>
            <a:ext cx="1956987" cy="474048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3ABF24F-5C80-0D08-9E4A-1A600A86B1B1}"/>
              </a:ext>
            </a:extLst>
          </p:cNvPr>
          <p:cNvSpPr/>
          <p:nvPr/>
        </p:nvSpPr>
        <p:spPr>
          <a:xfrm>
            <a:off x="459235" y="5300597"/>
            <a:ext cx="11294962" cy="538610"/>
          </a:xfrm>
          <a:prstGeom prst="rect">
            <a:avLst/>
          </a:prstGeom>
          <a:noFill/>
          <a:ln w="19050">
            <a:solidFill>
              <a:srgbClr val="27820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C8EA52-4535-F380-A5C9-8A8592E9C513}"/>
              </a:ext>
            </a:extLst>
          </p:cNvPr>
          <p:cNvSpPr txBox="1"/>
          <p:nvPr/>
        </p:nvSpPr>
        <p:spPr>
          <a:xfrm>
            <a:off x="2216407" y="3351873"/>
            <a:ext cx="16498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 lệ chính xác Vsion: 97.78%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60AA67-8A15-DB1C-4E73-223C8F784469}"/>
              </a:ext>
            </a:extLst>
          </p:cNvPr>
          <p:cNvSpPr txBox="1"/>
          <p:nvPr/>
        </p:nvSpPr>
        <p:spPr>
          <a:xfrm>
            <a:off x="4102240" y="3351873"/>
            <a:ext cx="16818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 lệ chính xác Vision : 99.89%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74449B-CA45-A3DC-6FCD-74086DC1FE07}"/>
              </a:ext>
            </a:extLst>
          </p:cNvPr>
          <p:cNvSpPr txBox="1"/>
          <p:nvPr/>
        </p:nvSpPr>
        <p:spPr>
          <a:xfrm>
            <a:off x="10062708" y="122201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u="sng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update: 06/04 ~27/05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BFF942-5D70-60C1-2A36-2C62DF73A4EB}"/>
              </a:ext>
            </a:extLst>
          </p:cNvPr>
          <p:cNvSpPr txBox="1"/>
          <p:nvPr/>
        </p:nvSpPr>
        <p:spPr>
          <a:xfrm>
            <a:off x="391120" y="6146994"/>
            <a:ext cx="1058487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1" indent="-1714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Thay bóng đèn </a:t>
            </a:r>
            <a:r>
              <a:rPr lang="en-US"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 2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200">
                <a:latin typeface="Times New Roman" panose="02020603050405020304" pitchFamily="18" charset="0"/>
                <a:cs typeface="Times New Roman" panose="02020603050405020304" pitchFamily="18" charset="0"/>
              </a:rPr>
              <a:t>để tăng cường độ sáng, đưa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vùng </a:t>
            </a:r>
            <a:r>
              <a:rPr lang="vi-V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về lại vùng tiêu chuẩn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giảm tỷ lệ lọt lỗi </a:t>
            </a:r>
          </a:p>
          <a:p>
            <a:pPr marL="251461" indent="-1714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Thực hiện cài đặt ngưỡng Spec Control </a:t>
            </a:r>
            <a:r>
              <a:rPr lang="en-US" sz="1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150 - 180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ánh sáng của </a:t>
            </a:r>
            <a:r>
              <a:rPr lang="en-US" sz="1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 4, 6, 10, 11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để thiết lập ngưỡng cảnh báo và giảm tỷ lệ Vision bắt lọt lỗi.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EDDE9-1693-E4A7-37B5-27E96465738D}"/>
              </a:ext>
            </a:extLst>
          </p:cNvPr>
          <p:cNvSpPr txBox="1"/>
          <p:nvPr/>
        </p:nvSpPr>
        <p:spPr>
          <a:xfrm>
            <a:off x="6023076" y="3346289"/>
            <a:ext cx="16818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 lệ chính xác Vision : 99.95%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89409-ED59-CDF0-BFE1-DF1410F8B8B9}"/>
              </a:ext>
            </a:extLst>
          </p:cNvPr>
          <p:cNvSpPr txBox="1"/>
          <p:nvPr/>
        </p:nvSpPr>
        <p:spPr>
          <a:xfrm>
            <a:off x="8004150" y="3346289"/>
            <a:ext cx="16818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 lệ chính xác Vision : 99.36%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CB42B-1A1E-4D38-6319-EC36DAA4D773}"/>
              </a:ext>
            </a:extLst>
          </p:cNvPr>
          <p:cNvSpPr txBox="1"/>
          <p:nvPr/>
        </p:nvSpPr>
        <p:spPr>
          <a:xfrm>
            <a:off x="9935725" y="3341131"/>
            <a:ext cx="16818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 lệ chính xác Vision : 99.85%</a:t>
            </a:r>
          </a:p>
        </p:txBody>
      </p:sp>
    </p:spTree>
    <p:extLst>
      <p:ext uri="{BB962C8B-B14F-4D97-AF65-F5344CB8AC3E}">
        <p14:creationId xmlns:p14="http://schemas.microsoft.com/office/powerpoint/2010/main" val="123516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0EA8-ABC0-08B4-C9A5-27BFA413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09CFBEA4-CB5B-5A21-BA14-5ECF41037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537" y="1338021"/>
            <a:ext cx="6615774" cy="234295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2BFBB73-2BC9-8733-9028-2260564C5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95" y="1332302"/>
            <a:ext cx="4924425" cy="23622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1A885840-B4FA-F043-B920-5703B2BF5B80}"/>
              </a:ext>
            </a:extLst>
          </p:cNvPr>
          <p:cNvSpPr/>
          <p:nvPr/>
        </p:nvSpPr>
        <p:spPr>
          <a:xfrm>
            <a:off x="199372" y="3999359"/>
            <a:ext cx="11693167" cy="75254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758DD6-8C23-2AB4-575A-6CB463EBA256}"/>
              </a:ext>
            </a:extLst>
          </p:cNvPr>
          <p:cNvSpPr/>
          <p:nvPr/>
        </p:nvSpPr>
        <p:spPr>
          <a:xfrm>
            <a:off x="199371" y="4743335"/>
            <a:ext cx="11693167" cy="75254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2678A68-6531-1354-A717-E638A7905079}"/>
              </a:ext>
            </a:extLst>
          </p:cNvPr>
          <p:cNvSpPr/>
          <p:nvPr/>
        </p:nvSpPr>
        <p:spPr>
          <a:xfrm>
            <a:off x="199371" y="5496219"/>
            <a:ext cx="11693167" cy="75254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2A6C4-4DDC-C992-114A-BEDCEAD61B8A}"/>
              </a:ext>
            </a:extLst>
          </p:cNvPr>
          <p:cNvSpPr txBox="1"/>
          <p:nvPr/>
        </p:nvSpPr>
        <p:spPr>
          <a:xfrm>
            <a:off x="62630" y="70372"/>
            <a:ext cx="1010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85">
              <a:defRPr/>
            </a:pPr>
            <a:r>
              <a:rPr lang="en-US" sz="24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[VISION_LRTĐ_PICTUE CUBE 16P]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CẢNH BÁO ĐỘ SÁNG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23842-8D58-F166-7282-A3ACAE169DBD}"/>
              </a:ext>
            </a:extLst>
          </p:cNvPr>
          <p:cNvSpPr txBox="1"/>
          <p:nvPr/>
        </p:nvSpPr>
        <p:spPr>
          <a:xfrm>
            <a:off x="62630" y="700120"/>
            <a:ext cx="8000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6" indent="-285756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việc cảnh báo khi độ sáng không đạt trong ngưỡng Spec Control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A2DEA2-A134-CB09-3457-C2038A05AACC}"/>
              </a:ext>
            </a:extLst>
          </p:cNvPr>
          <p:cNvCxnSpPr>
            <a:cxnSpLocks/>
          </p:cNvCxnSpPr>
          <p:nvPr/>
        </p:nvCxnSpPr>
        <p:spPr>
          <a:xfrm>
            <a:off x="5588000" y="1486098"/>
            <a:ext cx="6443311" cy="0"/>
          </a:xfrm>
          <a:prstGeom prst="line">
            <a:avLst/>
          </a:prstGeom>
          <a:ln w="1905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F29E21-E7F8-4855-3B77-BC0C22F4864C}"/>
              </a:ext>
            </a:extLst>
          </p:cNvPr>
          <p:cNvCxnSpPr>
            <a:cxnSpLocks/>
          </p:cNvCxnSpPr>
          <p:nvPr/>
        </p:nvCxnSpPr>
        <p:spPr>
          <a:xfrm>
            <a:off x="5533605" y="2329823"/>
            <a:ext cx="6497706" cy="0"/>
          </a:xfrm>
          <a:prstGeom prst="line">
            <a:avLst/>
          </a:prstGeom>
          <a:ln w="1905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91F3043-B5FA-55A9-0EF2-101041E43D3D}"/>
              </a:ext>
            </a:extLst>
          </p:cNvPr>
          <p:cNvSpPr txBox="1"/>
          <p:nvPr/>
        </p:nvSpPr>
        <p:spPr>
          <a:xfrm>
            <a:off x="5718332" y="152983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LSL = 180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7AD5CF-BB39-04A2-3033-C872A17AEACA}"/>
              </a:ext>
            </a:extLst>
          </p:cNvPr>
          <p:cNvSpPr txBox="1"/>
          <p:nvPr/>
        </p:nvSpPr>
        <p:spPr>
          <a:xfrm>
            <a:off x="5718332" y="2097401"/>
            <a:ext cx="7633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USL = 150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810D4F-63B3-3D30-F06D-886264D10D05}"/>
              </a:ext>
            </a:extLst>
          </p:cNvPr>
          <p:cNvSpPr/>
          <p:nvPr/>
        </p:nvSpPr>
        <p:spPr>
          <a:xfrm>
            <a:off x="3874653" y="1625979"/>
            <a:ext cx="729673" cy="2054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AB25A4-8ADB-D84E-F385-A6E84A7A3BC1}"/>
              </a:ext>
            </a:extLst>
          </p:cNvPr>
          <p:cNvSpPr txBox="1"/>
          <p:nvPr/>
        </p:nvSpPr>
        <p:spPr>
          <a:xfrm>
            <a:off x="127284" y="991300"/>
            <a:ext cx="8000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Khi có 7 giá trị liên tiếp nằm ngoài khoảng Spec mỗi máy thì cảnh báo về độ sáng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5A0C4-74C8-FD57-AF46-5113720B0338}"/>
              </a:ext>
            </a:extLst>
          </p:cNvPr>
          <p:cNvSpPr txBox="1"/>
          <p:nvPr/>
        </p:nvSpPr>
        <p:spPr>
          <a:xfrm>
            <a:off x="10284405" y="110147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u="sng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update: 27/05 ~06/04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3EB1BB-0BC1-DE30-C9DB-D3B661609874}"/>
              </a:ext>
            </a:extLst>
          </p:cNvPr>
          <p:cNvSpPr txBox="1"/>
          <p:nvPr/>
        </p:nvSpPr>
        <p:spPr>
          <a:xfrm>
            <a:off x="127284" y="3708028"/>
            <a:ext cx="8000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6" indent="-285756">
              <a:buFont typeface="Wingdings" panose="05000000000000000000" pitchFamily="2" charset="2"/>
              <a:buChar char="q"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Quy trình xử lý khi màn hình báo độ sáng nằm ngoài ngưỡng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C3055E-6B8C-EF7D-32B3-DBA3B365E49C}"/>
              </a:ext>
            </a:extLst>
          </p:cNvPr>
          <p:cNvSpPr/>
          <p:nvPr/>
        </p:nvSpPr>
        <p:spPr>
          <a:xfrm>
            <a:off x="1579419" y="4221032"/>
            <a:ext cx="1681018" cy="4525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sinh 7 lần liên tiếp OutSpec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0F888F-1D25-D7E0-11D6-C49A825EEFE7}"/>
              </a:ext>
            </a:extLst>
          </p:cNvPr>
          <p:cNvSpPr/>
          <p:nvPr/>
        </p:nvSpPr>
        <p:spPr>
          <a:xfrm>
            <a:off x="5408680" y="4931536"/>
            <a:ext cx="1154545" cy="4525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báo  kỹ thuật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6D5D52-2130-952F-F057-D019D39897CC}"/>
              </a:ext>
            </a:extLst>
          </p:cNvPr>
          <p:cNvSpPr/>
          <p:nvPr/>
        </p:nvSpPr>
        <p:spPr>
          <a:xfrm>
            <a:off x="3662218" y="4221032"/>
            <a:ext cx="1154545" cy="4525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Cảnh báo màn hình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8D01B9E-00DB-FF69-DFD0-C809C34EAF3B}"/>
              </a:ext>
            </a:extLst>
          </p:cNvPr>
          <p:cNvCxnSpPr/>
          <p:nvPr/>
        </p:nvCxnSpPr>
        <p:spPr>
          <a:xfrm>
            <a:off x="3260436" y="4447322"/>
            <a:ext cx="4017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40D6C8-3339-D947-FD9D-DA944FACB3A9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4822369" y="4438086"/>
            <a:ext cx="586311" cy="9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CC3E1F0-DCF7-DCE5-4C88-FA445EB8860E}"/>
              </a:ext>
            </a:extLst>
          </p:cNvPr>
          <p:cNvSpPr/>
          <p:nvPr/>
        </p:nvSpPr>
        <p:spPr>
          <a:xfrm>
            <a:off x="5408680" y="4211795"/>
            <a:ext cx="1154545" cy="4525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 máy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366B6B-D4E1-BEF8-8E49-71DDB8755416}"/>
              </a:ext>
            </a:extLst>
          </p:cNvPr>
          <p:cNvSpPr/>
          <p:nvPr/>
        </p:nvSpPr>
        <p:spPr>
          <a:xfrm>
            <a:off x="7195013" y="5631832"/>
            <a:ext cx="1154545" cy="4525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 phục độ sáng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98B0E6-FCD7-1F68-358E-4CF67D93B046}"/>
              </a:ext>
            </a:extLst>
          </p:cNvPr>
          <p:cNvSpPr/>
          <p:nvPr/>
        </p:nvSpPr>
        <p:spPr>
          <a:xfrm>
            <a:off x="8981347" y="5631831"/>
            <a:ext cx="1154545" cy="4525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nhận khắc phục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AAE416-855E-B717-9CE6-7BE4F9C6838A}"/>
              </a:ext>
            </a:extLst>
          </p:cNvPr>
          <p:cNvSpPr/>
          <p:nvPr/>
        </p:nvSpPr>
        <p:spPr>
          <a:xfrm>
            <a:off x="10552878" y="4913075"/>
            <a:ext cx="1154545" cy="45258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 máy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A9EEE2-7479-D44E-C666-CBEA4B679FA0}"/>
              </a:ext>
            </a:extLst>
          </p:cNvPr>
          <p:cNvSpPr txBox="1"/>
          <p:nvPr/>
        </p:nvSpPr>
        <p:spPr>
          <a:xfrm>
            <a:off x="199372" y="4185712"/>
            <a:ext cx="1154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Phần mềm vision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7C4695-A9CB-37E7-8ABF-60CBBEABD830}"/>
              </a:ext>
            </a:extLst>
          </p:cNvPr>
          <p:cNvSpPr txBox="1"/>
          <p:nvPr/>
        </p:nvSpPr>
        <p:spPr>
          <a:xfrm>
            <a:off x="199372" y="4877756"/>
            <a:ext cx="1154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Người vận hành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84DC07-DB3C-B709-6EDD-D45F562FC325}"/>
              </a:ext>
            </a:extLst>
          </p:cNvPr>
          <p:cNvSpPr txBox="1"/>
          <p:nvPr/>
        </p:nvSpPr>
        <p:spPr>
          <a:xfrm>
            <a:off x="199372" y="5718601"/>
            <a:ext cx="1154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Kỹ thuật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92BB92-FFC5-5E37-5881-E817229F21AA}"/>
              </a:ext>
            </a:extLst>
          </p:cNvPr>
          <p:cNvCxnSpPr>
            <a:stCxn id="40" idx="2"/>
            <a:endCxn id="28" idx="0"/>
          </p:cNvCxnSpPr>
          <p:nvPr/>
        </p:nvCxnSpPr>
        <p:spPr>
          <a:xfrm>
            <a:off x="5985953" y="4664376"/>
            <a:ext cx="0" cy="26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7072ED0-FBC4-1C45-C9EE-218CB51492CF}"/>
              </a:ext>
            </a:extLst>
          </p:cNvPr>
          <p:cNvCxnSpPr>
            <a:stCxn id="28" idx="2"/>
            <a:endCxn id="41" idx="1"/>
          </p:cNvCxnSpPr>
          <p:nvPr/>
        </p:nvCxnSpPr>
        <p:spPr>
          <a:xfrm rot="16200000" flipH="1">
            <a:off x="6353480" y="5016590"/>
            <a:ext cx="474006" cy="12090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24A000A-E32C-036E-F2D9-22610AC81E30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 flipV="1">
            <a:off x="8349558" y="5858122"/>
            <a:ext cx="63178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5C89855-383D-E82E-4F3E-DEE080EB4F85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 flipV="1">
            <a:off x="10135892" y="5139366"/>
            <a:ext cx="416986" cy="7187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DC4FC23-F701-D65C-5EC0-DAAB48D98C44}"/>
              </a:ext>
            </a:extLst>
          </p:cNvPr>
          <p:cNvCxnSpPr/>
          <p:nvPr/>
        </p:nvCxnSpPr>
        <p:spPr>
          <a:xfrm>
            <a:off x="1353916" y="3999359"/>
            <a:ext cx="0" cy="224940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697AB908-4910-E4B7-FD25-2B2EF94E9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432" y="4834900"/>
            <a:ext cx="2613891" cy="1388802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FE4459B-DEAC-1908-55DB-764F5B17700D}"/>
              </a:ext>
            </a:extLst>
          </p:cNvPr>
          <p:cNvSpPr/>
          <p:nvPr/>
        </p:nvSpPr>
        <p:spPr>
          <a:xfrm>
            <a:off x="2897908" y="5325570"/>
            <a:ext cx="1528620" cy="378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 sáng Outspec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1438732-AD66-7169-687A-EB3D0BAEF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319" y="4014531"/>
            <a:ext cx="2613891" cy="1388802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F29CF16A-45EB-3C73-06EF-3BB433EDBEC0}"/>
              </a:ext>
            </a:extLst>
          </p:cNvPr>
          <p:cNvSpPr/>
          <p:nvPr/>
        </p:nvSpPr>
        <p:spPr>
          <a:xfrm>
            <a:off x="7892473" y="4519766"/>
            <a:ext cx="1528620" cy="4896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050A5C-DFBA-8ED9-D56D-08DE62A96669}"/>
              </a:ext>
            </a:extLst>
          </p:cNvPr>
          <p:cNvSpPr txBox="1"/>
          <p:nvPr/>
        </p:nvSpPr>
        <p:spPr>
          <a:xfrm>
            <a:off x="8063345" y="4507079"/>
            <a:ext cx="1233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Xác nhận khắc phục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B17BA5-8973-DF05-129E-4129B8C507FE}"/>
              </a:ext>
            </a:extLst>
          </p:cNvPr>
          <p:cNvSpPr txBox="1"/>
          <p:nvPr/>
        </p:nvSpPr>
        <p:spPr>
          <a:xfrm>
            <a:off x="7964516" y="4767571"/>
            <a:ext cx="3850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2BAA42-9B94-EFEB-5FD2-F21FEF9F8C39}"/>
              </a:ext>
            </a:extLst>
          </p:cNvPr>
          <p:cNvSpPr txBox="1"/>
          <p:nvPr/>
        </p:nvSpPr>
        <p:spPr>
          <a:xfrm>
            <a:off x="8928871" y="4763242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CB14518-9F4A-7170-E721-FA2817E9F60B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239491" y="4673613"/>
            <a:ext cx="0" cy="2127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EC6E6DA-1BA9-E1DE-A797-3E1BA497CA87}"/>
              </a:ext>
            </a:extLst>
          </p:cNvPr>
          <p:cNvCxnSpPr>
            <a:stCxn id="42" idx="0"/>
          </p:cNvCxnSpPr>
          <p:nvPr/>
        </p:nvCxnSpPr>
        <p:spPr>
          <a:xfrm flipH="1" flipV="1">
            <a:off x="9558619" y="5400976"/>
            <a:ext cx="1" cy="2308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1CF5017-D6B8-842C-3C8F-0DC14F103B6E}"/>
              </a:ext>
            </a:extLst>
          </p:cNvPr>
          <p:cNvSpPr txBox="1"/>
          <p:nvPr/>
        </p:nvSpPr>
        <p:spPr>
          <a:xfrm>
            <a:off x="6806158" y="6135118"/>
            <a:ext cx="1932253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bóng đèn có bị cháy hay không, có vật chắn che, bụi bẩn bám vào,…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D96906E-0A64-E05A-CE47-6BD78800FF70}"/>
              </a:ext>
            </a:extLst>
          </p:cNvPr>
          <p:cNvSpPr/>
          <p:nvPr/>
        </p:nvSpPr>
        <p:spPr>
          <a:xfrm>
            <a:off x="8275781" y="2503110"/>
            <a:ext cx="18288" cy="182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EAAA571-8110-2D9B-D7EA-A0528DC2F356}"/>
              </a:ext>
            </a:extLst>
          </p:cNvPr>
          <p:cNvSpPr/>
          <p:nvPr/>
        </p:nvSpPr>
        <p:spPr>
          <a:xfrm>
            <a:off x="9512900" y="2613497"/>
            <a:ext cx="18288" cy="182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8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5b5ba1-a1e8-415b-8500-19f1151c5b1d" xsi:nil="true"/>
    <lcf76f155ced4ddcb4097134ff3c332f xmlns="72f7ce6b-007f-4f3b-96b6-2a1df990369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413F619E74D448B7364F2B18EB682E" ma:contentTypeVersion="14" ma:contentTypeDescription="Create a new document." ma:contentTypeScope="" ma:versionID="e709b6f3acc4c7f8fce7bc529a359d38">
  <xsd:schema xmlns:xsd="http://www.w3.org/2001/XMLSchema" xmlns:xs="http://www.w3.org/2001/XMLSchema" xmlns:p="http://schemas.microsoft.com/office/2006/metadata/properties" xmlns:ns2="72f7ce6b-007f-4f3b-96b6-2a1df9903691" xmlns:ns3="a55b5ba1-a1e8-415b-8500-19f1151c5b1d" targetNamespace="http://schemas.microsoft.com/office/2006/metadata/properties" ma:root="true" ma:fieldsID="1fc7447f594ea6ab601567e51dba4675" ns2:_="" ns3:_="">
    <xsd:import namespace="72f7ce6b-007f-4f3b-96b6-2a1df9903691"/>
    <xsd:import namespace="a55b5ba1-a1e8-415b-8500-19f1151c5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f7ce6b-007f-4f3b-96b6-2a1df99036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d840383-5d1e-4f43-98e2-a4c905fbb0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b5ba1-a1e8-415b-8500-19f1151c5b1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29c20c-1bdd-4fe9-870a-8d2d7f0422e5}" ma:internalName="TaxCatchAll" ma:showField="CatchAllData" ma:web="a55b5ba1-a1e8-415b-8500-19f1151c5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8FFFCD-72C2-422D-B221-92C2379AE1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160677-65E6-4CDB-939D-662EF2069605}">
  <ds:schemaRefs>
    <ds:schemaRef ds:uri="http://schemas.microsoft.com/office/2006/metadata/properties"/>
    <ds:schemaRef ds:uri="http://schemas.microsoft.com/office/infopath/2007/PartnerControls"/>
    <ds:schemaRef ds:uri="a55b5ba1-a1e8-415b-8500-19f1151c5b1d"/>
    <ds:schemaRef ds:uri="72f7ce6b-007f-4f3b-96b6-2a1df9903691"/>
  </ds:schemaRefs>
</ds:datastoreItem>
</file>

<file path=customXml/itemProps3.xml><?xml version="1.0" encoding="utf-8"?>
<ds:datastoreItem xmlns:ds="http://schemas.openxmlformats.org/officeDocument/2006/customXml" ds:itemID="{F9CA2FFB-E14D-4A0F-84C9-773591D624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f7ce6b-007f-4f3b-96b6-2a1df9903691"/>
    <ds:schemaRef ds:uri="a55b5ba1-a1e8-415b-8500-19f1151c5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4893</TotalTime>
  <Words>344</Words>
  <Application>Microsoft Office PowerPoint</Application>
  <PresentationFormat>Widescreen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Hữu Hải</dc:creator>
  <cp:lastModifiedBy>Nguyễn Thành Trung</cp:lastModifiedBy>
  <cp:revision>99</cp:revision>
  <dcterms:created xsi:type="dcterms:W3CDTF">2026-01-20T09:42:01Z</dcterms:created>
  <dcterms:modified xsi:type="dcterms:W3CDTF">2026-06-04T08:18:50Z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0x010100C8413F619E74D448B7364F2B18EB682E</vt:lpwstr>
  </property>
  <property fmtid="{D5CDD505-2E9C-101B-9397-08002B2CF9AE}" pid="3" name="MediaServiceImageTags">
    <vt:lpwstr/>
  </property>
</Properties>
</file>