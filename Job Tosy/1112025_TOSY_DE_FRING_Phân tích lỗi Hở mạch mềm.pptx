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74" r:id="rId5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guen Huu Hai" id="{150988A0-CE11-4BEF-A838-AA658BCE7AF3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C9"/>
    <a:srgbClr val="74A09C"/>
    <a:srgbClr val="FF6565"/>
    <a:srgbClr val="8688D0"/>
    <a:srgbClr val="B388CE"/>
    <a:srgbClr val="5DCB97"/>
    <a:srgbClr val="51D4D7"/>
    <a:srgbClr val="947ADC"/>
    <a:srgbClr val="2C651F"/>
    <a:srgbClr val="746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649392-2CF2-497F-9E61-E6FA3CC18C9E}" v="1" dt="2025-11-12T02:38:22.5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11" autoAdjust="0"/>
    <p:restoredTop sz="96247" autoAdjust="0"/>
  </p:normalViewPr>
  <p:slideViewPr>
    <p:cSldViewPr snapToGrid="0">
      <p:cViewPr varScale="1">
        <p:scale>
          <a:sx n="77" d="100"/>
          <a:sy n="77" d="100"/>
        </p:scale>
        <p:origin x="234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Văn Minh" userId="26b48a83-19ba-4a1a-a883-e7c9417c3a6c" providerId="ADAL" clId="{3C7DFBC0-FCE9-4B09-BC0A-9485E9433B0F}"/>
    <pc:docChg chg="undo custSel addSld delSld modSld sldOrd modMainMaster addSection delSection modSection">
      <pc:chgData name="Nguyễn Văn Minh" userId="26b48a83-19ba-4a1a-a883-e7c9417c3a6c" providerId="ADAL" clId="{3C7DFBC0-FCE9-4B09-BC0A-9485E9433B0F}" dt="2025-11-05T02:12:23.024" v="31945" actId="47"/>
      <pc:docMkLst>
        <pc:docMk/>
      </pc:docMkLst>
      <pc:sldMasterChg chg="modSp mod">
        <pc:chgData name="Nguyễn Văn Minh" userId="26b48a83-19ba-4a1a-a883-e7c9417c3a6c" providerId="ADAL" clId="{3C7DFBC0-FCE9-4B09-BC0A-9485E9433B0F}" dt="2025-10-29T11:21:31.963" v="27828" actId="1038"/>
        <pc:sldMasterMkLst>
          <pc:docMk/>
          <pc:sldMasterMk cId="4250927707" sldId="2147483660"/>
        </pc:sldMasterMkLst>
        <pc:spChg chg="mod">
          <ac:chgData name="Nguyễn Văn Minh" userId="26b48a83-19ba-4a1a-a883-e7c9417c3a6c" providerId="ADAL" clId="{3C7DFBC0-FCE9-4B09-BC0A-9485E9433B0F}" dt="2025-10-29T10:58:58.184" v="27103" actId="404"/>
          <ac:spMkLst>
            <pc:docMk/>
            <pc:sldMasterMk cId="4250927707" sldId="2147483660"/>
            <ac:spMk id="6" creationId="{2D8A0C93-1DD8-2036-A611-755D7A076AB4}"/>
          </ac:spMkLst>
        </pc:spChg>
        <pc:spChg chg="mod">
          <ac:chgData name="Nguyễn Văn Minh" userId="26b48a83-19ba-4a1a-a883-e7c9417c3a6c" providerId="ADAL" clId="{3C7DFBC0-FCE9-4B09-BC0A-9485E9433B0F}" dt="2025-10-29T10:59:14.680" v="27105" actId="404"/>
          <ac:spMkLst>
            <pc:docMk/>
            <pc:sldMasterMk cId="4250927707" sldId="2147483660"/>
            <ac:spMk id="7" creationId="{7DD9C478-29A1-5C29-5C1B-891268330AA3}"/>
          </ac:spMkLst>
        </pc:spChg>
        <pc:picChg chg="mod">
          <ac:chgData name="Nguyễn Văn Minh" userId="26b48a83-19ba-4a1a-a883-e7c9417c3a6c" providerId="ADAL" clId="{3C7DFBC0-FCE9-4B09-BC0A-9485E9433B0F}" dt="2025-10-29T11:21:31.963" v="27828" actId="1038"/>
          <ac:picMkLst>
            <pc:docMk/>
            <pc:sldMasterMk cId="4250927707" sldId="2147483660"/>
            <ac:picMk id="9" creationId="{4BA365EC-B1CB-253D-B139-8E0DB029A4FB}"/>
          </ac:picMkLst>
        </pc:picChg>
      </pc:sldMasterChg>
    </pc:docChg>
  </pc:docChgLst>
  <pc:docChgLst>
    <pc:chgData name="Cao Mạnh Hải" userId="134fde63-e948-4418-a024-e080c066b89c" providerId="ADAL" clId="{C9962161-CFC7-4032-A5C8-7BF6CFD7CDD9}"/>
    <pc:docChg chg="modSld">
      <pc:chgData name="Cao Mạnh Hải" userId="134fde63-e948-4418-a024-e080c066b89c" providerId="ADAL" clId="{C9962161-CFC7-4032-A5C8-7BF6CFD7CDD9}" dt="2025-11-05T02:19:26.130" v="11" actId="20577"/>
      <pc:docMkLst>
        <pc:docMk/>
      </pc:docMkLst>
    </pc:docChg>
  </pc:docChgLst>
  <pc:docChgLst>
    <pc:chgData name="Nguyễn Văn Minh" userId="26b48a83-19ba-4a1a-a883-e7c9417c3a6c" providerId="ADAL" clId="{7759A67B-6656-4A81-8614-6D9A27B1A4BC}"/>
    <pc:docChg chg="undo custSel addSld delSld modSld sldOrd addMainMaster modMainMaster modSection">
      <pc:chgData name="Nguyễn Văn Minh" userId="26b48a83-19ba-4a1a-a883-e7c9417c3a6c" providerId="ADAL" clId="{7759A67B-6656-4A81-8614-6D9A27B1A4BC}" dt="2025-10-15T09:22:03.932" v="13774" actId="14100"/>
      <pc:docMkLst>
        <pc:docMk/>
      </pc:docMkLst>
    </pc:docChg>
  </pc:docChgLst>
  <pc:docChgLst>
    <pc:chgData name="Nguyễn Hữu Hải" userId="8ada93c7-4a93-4ff4-8b83-be29dca695c3" providerId="ADAL" clId="{647ECCDB-2943-432F-A5B4-AAD5A49895E1}"/>
    <pc:docChg chg="undo custSel modSld modSection">
      <pc:chgData name="Nguyễn Hữu Hải" userId="8ada93c7-4a93-4ff4-8b83-be29dca695c3" providerId="ADAL" clId="{647ECCDB-2943-432F-A5B4-AAD5A49895E1}" dt="2025-11-12T04:58:32.285" v="42" actId="700"/>
      <pc:docMkLst>
        <pc:docMk/>
      </pc:docMkLst>
      <pc:sldChg chg="addSp delSp modSp mod modClrScheme chgLayout">
        <pc:chgData name="Nguyễn Hữu Hải" userId="8ada93c7-4a93-4ff4-8b83-be29dca695c3" providerId="ADAL" clId="{647ECCDB-2943-432F-A5B4-AAD5A49895E1}" dt="2025-11-12T04:58:32.285" v="42" actId="700"/>
        <pc:sldMkLst>
          <pc:docMk/>
          <pc:sldMk cId="2070287988" sldId="274"/>
        </pc:sldMkLst>
        <pc:spChg chg="add mod">
          <ac:chgData name="Nguyễn Hữu Hải" userId="8ada93c7-4a93-4ff4-8b83-be29dca695c3" providerId="ADAL" clId="{647ECCDB-2943-432F-A5B4-AAD5A49895E1}" dt="2025-11-12T02:39:03.290" v="10" actId="1076"/>
          <ac:spMkLst>
            <pc:docMk/>
            <pc:sldMk cId="2070287988" sldId="274"/>
            <ac:spMk id="2" creationId="{5DB42D79-24B9-A865-75AD-464586B4CE0F}"/>
          </ac:spMkLst>
        </pc:spChg>
        <pc:spChg chg="add del mod ord">
          <ac:chgData name="Nguyễn Hữu Hải" userId="8ada93c7-4a93-4ff4-8b83-be29dca695c3" providerId="ADAL" clId="{647ECCDB-2943-432F-A5B4-AAD5A49895E1}" dt="2025-11-12T04:58:32.285" v="42" actId="700"/>
          <ac:spMkLst>
            <pc:docMk/>
            <pc:sldMk cId="2070287988" sldId="274"/>
            <ac:spMk id="3" creationId="{0B5496F7-2542-115B-C064-39C902A85C29}"/>
          </ac:spMkLst>
        </pc:spChg>
        <pc:spChg chg="add del mod ord">
          <ac:chgData name="Nguyễn Hữu Hải" userId="8ada93c7-4a93-4ff4-8b83-be29dca695c3" providerId="ADAL" clId="{647ECCDB-2943-432F-A5B4-AAD5A49895E1}" dt="2025-11-12T04:58:32.285" v="42" actId="700"/>
          <ac:spMkLst>
            <pc:docMk/>
            <pc:sldMk cId="2070287988" sldId="274"/>
            <ac:spMk id="4" creationId="{70A335DD-7890-A82D-D335-CC6E53A42E2B}"/>
          </ac:spMkLst>
        </pc:spChg>
        <pc:spChg chg="mod">
          <ac:chgData name="Nguyễn Hữu Hải" userId="8ada93c7-4a93-4ff4-8b83-be29dca695c3" providerId="ADAL" clId="{647ECCDB-2943-432F-A5B4-AAD5A49895E1}" dt="2025-11-12T03:19:19.599" v="36" actId="113"/>
          <ac:spMkLst>
            <pc:docMk/>
            <pc:sldMk cId="2070287988" sldId="274"/>
            <ac:spMk id="67" creationId="{7FECF94B-0CD1-F735-B7E6-1CFFCF84C1D6}"/>
          </ac:spMkLst>
        </pc:spChg>
        <pc:spChg chg="mod">
          <ac:chgData name="Nguyễn Hữu Hải" userId="8ada93c7-4a93-4ff4-8b83-be29dca695c3" providerId="ADAL" clId="{647ECCDB-2943-432F-A5B4-AAD5A49895E1}" dt="2025-11-12T03:13:54.609" v="11" actId="20577"/>
          <ac:spMkLst>
            <pc:docMk/>
            <pc:sldMk cId="2070287988" sldId="274"/>
            <ac:spMk id="175" creationId="{CBF99155-D76A-3052-35EA-CACFFD3C5459}"/>
          </ac:spMkLst>
        </pc:spChg>
        <pc:graphicFrameChg chg="mod modGraphic">
          <ac:chgData name="Nguyễn Hữu Hải" userId="8ada93c7-4a93-4ff4-8b83-be29dca695c3" providerId="ADAL" clId="{647ECCDB-2943-432F-A5B4-AAD5A49895E1}" dt="2025-11-12T02:38:36.505" v="5" actId="1076"/>
          <ac:graphicFrameMkLst>
            <pc:docMk/>
            <pc:sldMk cId="2070287988" sldId="274"/>
            <ac:graphicFrameMk id="10" creationId="{311071CF-F55F-BFF6-0C7A-9E909E1BF262}"/>
          </ac:graphicFrameMkLst>
        </pc:graphicFrameChg>
        <pc:graphicFrameChg chg="modGraphic">
          <ac:chgData name="Nguyễn Hữu Hải" userId="8ada93c7-4a93-4ff4-8b83-be29dca695c3" providerId="ADAL" clId="{647ECCDB-2943-432F-A5B4-AAD5A49895E1}" dt="2025-11-12T03:20:31.960" v="39" actId="207"/>
          <ac:graphicFrameMkLst>
            <pc:docMk/>
            <pc:sldMk cId="2070287988" sldId="274"/>
            <ac:graphicFrameMk id="17" creationId="{18705B6F-CE59-08DD-198F-28AC5CC85FFC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.%20Ph&#226;n%20t&#237;ch\H&#7903;%20m&#7841;ch%20m&#7873;m\Ph&#226;n%20t&#237;ch%20l&#7895;i%20H&#7903;%20m&#7841;ch%20m&#7873;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5.%20Ph&#226;n%20t&#237;ch\H&#7903;%20m&#7841;ch%20m&#7873;m\Ph&#226;n%20t&#237;ch%20l&#7895;i%20H&#7903;%20m&#7841;ch%20m&#7873;m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327271404786141E-2"/>
          <c:y val="0.14875298092725209"/>
          <c:w val="0.9725739338880256"/>
          <c:h val="0.776490878544135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Sheet4!$Q$19</c:f>
              <c:strCache>
                <c:ptCount val="1"/>
                <c:pt idx="0">
                  <c:v>Sản lượng</c:v>
                </c:pt>
              </c:strCache>
            </c:strRef>
          </c:tx>
          <c:spPr>
            <a:solidFill>
              <a:srgbClr val="74A09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 Narrowman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Sheet4!$R$18:$AA$18</c:f>
              <c:strCache>
                <c:ptCount val="9"/>
                <c:pt idx="0">
                  <c:v>M01</c:v>
                </c:pt>
                <c:pt idx="1">
                  <c:v>M04</c:v>
                </c:pt>
                <c:pt idx="2">
                  <c:v>M05</c:v>
                </c:pt>
                <c:pt idx="3">
                  <c:v>M06</c:v>
                </c:pt>
                <c:pt idx="4">
                  <c:v>M07</c:v>
                </c:pt>
                <c:pt idx="5">
                  <c:v>M08</c:v>
                </c:pt>
                <c:pt idx="6">
                  <c:v>M09</c:v>
                </c:pt>
                <c:pt idx="7">
                  <c:v>M10</c:v>
                </c:pt>
                <c:pt idx="8">
                  <c:v>M11</c:v>
                </c:pt>
              </c:strCache>
            </c:strRef>
          </c:cat>
          <c:val>
            <c:numRef>
              <c:f>Sheet4!$R$19:$AA$19</c:f>
              <c:numCache>
                <c:formatCode>#,##0</c:formatCode>
                <c:ptCount val="9"/>
                <c:pt idx="0">
                  <c:v>83754</c:v>
                </c:pt>
                <c:pt idx="1">
                  <c:v>70435</c:v>
                </c:pt>
                <c:pt idx="2">
                  <c:v>85753</c:v>
                </c:pt>
                <c:pt idx="3">
                  <c:v>127889</c:v>
                </c:pt>
                <c:pt idx="4">
                  <c:v>107075</c:v>
                </c:pt>
                <c:pt idx="5">
                  <c:v>82257</c:v>
                </c:pt>
                <c:pt idx="6">
                  <c:v>11348</c:v>
                </c:pt>
                <c:pt idx="7">
                  <c:v>26594</c:v>
                </c:pt>
                <c:pt idx="8">
                  <c:v>6164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EB-488D-985D-D48074F399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9"/>
        <c:overlap val="-27"/>
        <c:axId val="747334288"/>
        <c:axId val="747333928"/>
      </c:barChart>
      <c:lineChart>
        <c:grouping val="standard"/>
        <c:varyColors val="0"/>
        <c:ser>
          <c:idx val="1"/>
          <c:order val="1"/>
          <c:tx>
            <c:strRef>
              <c:f>Sheet4!$Q$20</c:f>
              <c:strCache>
                <c:ptCount val="1"/>
                <c:pt idx="0">
                  <c:v>Tỷ lệ lỗi</c:v>
                </c:pt>
              </c:strCache>
            </c:strRef>
          </c:tx>
          <c:spPr>
            <a:ln w="158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4.4158394748293181E-2"/>
                  <c:y val="6.88355194063412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EB-488D-985D-D48074F3991E}"/>
                </c:ext>
              </c:extLst>
            </c:dLbl>
            <c:dLbl>
              <c:idx val="2"/>
              <c:layout>
                <c:manualLayout>
                  <c:x val="-4.2720693939163022E-2"/>
                  <c:y val="8.20462827776539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EB-488D-985D-D48074F3991E}"/>
                </c:ext>
              </c:extLst>
            </c:dLbl>
            <c:dLbl>
              <c:idx val="4"/>
              <c:layout>
                <c:manualLayout>
                  <c:x val="-4.2100371508492294E-2"/>
                  <c:y val="7.210869089510595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EB-488D-985D-D48074F3991E}"/>
                </c:ext>
              </c:extLst>
            </c:dLbl>
            <c:dLbl>
              <c:idx val="6"/>
              <c:layout>
                <c:manualLayout>
                  <c:x val="-4.484301935191181E-2"/>
                  <c:y val="6.88355194063412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EB-488D-985D-D48074F3991E}"/>
                </c:ext>
              </c:extLst>
            </c:dLbl>
            <c:dLbl>
              <c:idx val="7"/>
              <c:layout>
                <c:manualLayout>
                  <c:x val="-5.3058514595333929E-2"/>
                  <c:y val="6.88355194063412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EB-488D-985D-D48074F3991E}"/>
                </c:ext>
              </c:extLst>
            </c:dLbl>
            <c:dLbl>
              <c:idx val="8"/>
              <c:layout>
                <c:manualLayout>
                  <c:x val="-4.7042227645551091E-2"/>
                  <c:y val="6.2478036649136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4EB-488D-985D-D48074F3991E}"/>
                </c:ext>
              </c:extLst>
            </c:dLbl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Sheet4!$R$18:$AA$18</c:f>
              <c:strCache>
                <c:ptCount val="9"/>
                <c:pt idx="0">
                  <c:v>M01</c:v>
                </c:pt>
                <c:pt idx="1">
                  <c:v>M04</c:v>
                </c:pt>
                <c:pt idx="2">
                  <c:v>M05</c:v>
                </c:pt>
                <c:pt idx="3">
                  <c:v>M06</c:v>
                </c:pt>
                <c:pt idx="4">
                  <c:v>M07</c:v>
                </c:pt>
                <c:pt idx="5">
                  <c:v>M08</c:v>
                </c:pt>
                <c:pt idx="6">
                  <c:v>M09</c:v>
                </c:pt>
                <c:pt idx="7">
                  <c:v>M10</c:v>
                </c:pt>
                <c:pt idx="8">
                  <c:v>M11</c:v>
                </c:pt>
              </c:strCache>
            </c:strRef>
          </c:cat>
          <c:val>
            <c:numRef>
              <c:f>Sheet4!$R$20:$AA$20</c:f>
              <c:numCache>
                <c:formatCode>General</c:formatCode>
                <c:ptCount val="9"/>
                <c:pt idx="0">
                  <c:v>2.66</c:v>
                </c:pt>
                <c:pt idx="1">
                  <c:v>2.2000000000000002</c:v>
                </c:pt>
                <c:pt idx="2">
                  <c:v>1.43</c:v>
                </c:pt>
                <c:pt idx="3">
                  <c:v>3.16</c:v>
                </c:pt>
                <c:pt idx="4">
                  <c:v>1.78</c:v>
                </c:pt>
                <c:pt idx="5">
                  <c:v>2.1800000000000002</c:v>
                </c:pt>
                <c:pt idx="6">
                  <c:v>1.92</c:v>
                </c:pt>
                <c:pt idx="7">
                  <c:v>1.48</c:v>
                </c:pt>
                <c:pt idx="8">
                  <c:v>0.45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4EB-488D-985D-D48074F399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38509768"/>
        <c:axId val="738507968"/>
      </c:lineChart>
      <c:catAx>
        <c:axId val="747334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47333928"/>
        <c:crosses val="autoZero"/>
        <c:auto val="1"/>
        <c:lblAlgn val="ctr"/>
        <c:lblOffset val="100"/>
        <c:noMultiLvlLbl val="0"/>
      </c:catAx>
      <c:valAx>
        <c:axId val="747333928"/>
        <c:scaling>
          <c:orientation val="minMax"/>
          <c:max val="29000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7334288"/>
        <c:crosses val="autoZero"/>
        <c:crossBetween val="between"/>
      </c:valAx>
      <c:valAx>
        <c:axId val="738507968"/>
        <c:scaling>
          <c:orientation val="minMax"/>
          <c:min val="-4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509768"/>
        <c:crosses val="max"/>
        <c:crossBetween val="between"/>
      </c:valAx>
      <c:catAx>
        <c:axId val="7385097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385079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2.6244904494319458E-3"/>
          <c:y val="1.7687317973254523E-2"/>
          <c:w val="0.37484834422286739"/>
          <c:h val="0.10326319537527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683395836585828E-2"/>
          <c:y val="0.14875291255216486"/>
          <c:w val="0.98631660416341416"/>
          <c:h val="0.742362472451028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Sheet4!$Q$22</c:f>
              <c:strCache>
                <c:ptCount val="1"/>
                <c:pt idx="0">
                  <c:v>Sản lượng</c:v>
                </c:pt>
              </c:strCache>
            </c:strRef>
          </c:tx>
          <c:spPr>
            <a:solidFill>
              <a:srgbClr val="74A09C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Aptos Narrowman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5833333333333331"/>
                      <c:h val="6.29425059489524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992-43B5-A607-E3959167722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Aptos Narrowman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166666666666667"/>
                      <c:h val="8.133330388874869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992-43B5-A607-E395916772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 Narrowman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Sheet4!$R$21:$S$21</c:f>
              <c:strCache>
                <c:ptCount val="2"/>
                <c:pt idx="0">
                  <c:v>FRING_BLUE</c:v>
                </c:pt>
                <c:pt idx="1">
                  <c:v>FRING_RGB</c:v>
                </c:pt>
              </c:strCache>
            </c:strRef>
          </c:cat>
          <c:val>
            <c:numRef>
              <c:f>Sheet4!$R$22:$S$22</c:f>
              <c:numCache>
                <c:formatCode>#,##0</c:formatCode>
                <c:ptCount val="2"/>
                <c:pt idx="0">
                  <c:v>211199</c:v>
                </c:pt>
                <c:pt idx="1">
                  <c:v>389612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92-43B5-A607-E395916772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9"/>
        <c:overlap val="-27"/>
        <c:axId val="747334288"/>
        <c:axId val="747333928"/>
      </c:barChart>
      <c:lineChart>
        <c:grouping val="standard"/>
        <c:varyColors val="0"/>
        <c:ser>
          <c:idx val="1"/>
          <c:order val="1"/>
          <c:tx>
            <c:strRef>
              <c:f>Sheet4!$Q$23</c:f>
              <c:strCache>
                <c:ptCount val="1"/>
                <c:pt idx="0">
                  <c:v>Tỷ lệ lỗi Total</c:v>
                </c:pt>
              </c:strCache>
            </c:strRef>
          </c:tx>
          <c:spPr>
            <a:ln w="158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Sheet4!$R$21:$S$21</c:f>
              <c:strCache>
                <c:ptCount val="2"/>
                <c:pt idx="0">
                  <c:v>FRING_BLUE</c:v>
                </c:pt>
                <c:pt idx="1">
                  <c:v>FRING_RGB</c:v>
                </c:pt>
              </c:strCache>
            </c:strRef>
          </c:cat>
          <c:val>
            <c:numRef>
              <c:f>Sheet4!$R$23:$S$23</c:f>
              <c:numCache>
                <c:formatCode>General</c:formatCode>
                <c:ptCount val="2"/>
                <c:pt idx="0">
                  <c:v>1.98</c:v>
                </c:pt>
                <c:pt idx="1">
                  <c:v>2.36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992-43B5-A607-E395916772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38509768"/>
        <c:axId val="738507968"/>
      </c:lineChart>
      <c:catAx>
        <c:axId val="7473342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47333928"/>
        <c:crosses val="autoZero"/>
        <c:auto val="1"/>
        <c:lblAlgn val="ctr"/>
        <c:lblOffset val="100"/>
        <c:noMultiLvlLbl val="0"/>
      </c:catAx>
      <c:valAx>
        <c:axId val="747333928"/>
        <c:scaling>
          <c:orientation val="minMax"/>
          <c:max val="700000"/>
        </c:scaling>
        <c:delete val="0"/>
        <c:axPos val="l"/>
        <c:numFmt formatCode="#,##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7334288"/>
        <c:crosses val="autoZero"/>
        <c:crossBetween val="between"/>
      </c:valAx>
      <c:valAx>
        <c:axId val="738507968"/>
        <c:scaling>
          <c:orientation val="minMax"/>
          <c:max val="4"/>
          <c:min val="-4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509768"/>
        <c:crosses val="max"/>
        <c:crossBetween val="between"/>
      </c:valAx>
      <c:catAx>
        <c:axId val="73850976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38507968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62A1B-A179-4D7E-9E5D-8CC7616572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C5DCA-66E3-4924-AC72-6190F15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59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C738F-9B5C-B671-662C-73E60D889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96A3A-CC11-17C3-441F-246093387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F6EF1-9F3C-B375-E72B-BC2EB84A4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B2600-5BF7-3929-3839-E2FF4A82A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C5DCA-66E3-4924-AC72-6190F150F7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2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5397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34277D7D-7953-423E-875E-ED0A3C8D4A2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B64F36AF-7686-4E77-887F-383AA7382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5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34277D7D-7953-423E-875E-ED0A3C8D4A2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B64F36AF-7686-4E77-887F-383AA7382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05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34277D7D-7953-423E-875E-ED0A3C8D4A2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B64F36AF-7686-4E77-887F-383AA7382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7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34277D7D-7953-423E-875E-ED0A3C8D4A2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B64F36AF-7686-4E77-887F-383AA7382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9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34277D7D-7953-423E-875E-ED0A3C8D4A2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B64F36AF-7686-4E77-887F-383AA7382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3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34277D7D-7953-423E-875E-ED0A3C8D4A2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B64F36AF-7686-4E77-887F-383AA7382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48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34277D7D-7953-423E-875E-ED0A3C8D4A2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B64F36AF-7686-4E77-887F-383AA7382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3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34277D7D-7953-423E-875E-ED0A3C8D4A2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B64F36AF-7686-4E77-887F-383AA7382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3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34277D7D-7953-423E-875E-ED0A3C8D4A2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/>
          <a:lstStyle/>
          <a:p>
            <a:fld id="{B64F36AF-7686-4E77-887F-383AA7382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4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966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  <a:prstGeom prst="rect">
            <a:avLst/>
          </a:prstGeom>
        </p:spPr>
        <p:txBody>
          <a:bodyPr anchor="b"/>
          <a:lstStyle>
            <a:lvl1pPr algn="ctr">
              <a:defRPr sz="775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2"/>
            </a:lvl1pPr>
            <a:lvl2pPr marL="590840" indent="0" algn="ctr">
              <a:buNone/>
              <a:defRPr sz="2585"/>
            </a:lvl2pPr>
            <a:lvl3pPr marL="1181679" indent="0" algn="ctr">
              <a:buNone/>
              <a:defRPr sz="2326"/>
            </a:lvl3pPr>
            <a:lvl4pPr marL="1772519" indent="0" algn="ctr">
              <a:buNone/>
              <a:defRPr sz="2068"/>
            </a:lvl4pPr>
            <a:lvl5pPr marL="2363358" indent="0" algn="ctr">
              <a:buNone/>
              <a:defRPr sz="2068"/>
            </a:lvl5pPr>
            <a:lvl6pPr marL="2954198" indent="0" algn="ctr">
              <a:buNone/>
              <a:defRPr sz="2068"/>
            </a:lvl6pPr>
            <a:lvl7pPr marL="3545037" indent="0" algn="ctr">
              <a:buNone/>
              <a:defRPr sz="2068"/>
            </a:lvl7pPr>
            <a:lvl8pPr marL="4135877" indent="0" algn="ctr">
              <a:buNone/>
              <a:defRPr sz="2068"/>
            </a:lvl8pPr>
            <a:lvl9pPr marL="4726716" indent="0" algn="ctr">
              <a:buNone/>
              <a:defRPr sz="2068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2599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A365EC-B1CB-253D-B139-8E0DB029A4F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387173" y="168447"/>
            <a:ext cx="2401629" cy="30713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63C2D4-5484-B59C-690A-5FE634B64278}"/>
              </a:ext>
            </a:extLst>
          </p:cNvPr>
          <p:cNvCxnSpPr/>
          <p:nvPr userDrawn="1"/>
        </p:nvCxnSpPr>
        <p:spPr>
          <a:xfrm>
            <a:off x="0" y="634879"/>
            <a:ext cx="12801600" cy="0"/>
          </a:xfrm>
          <a:prstGeom prst="line">
            <a:avLst/>
          </a:prstGeom>
          <a:ln w="508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D8A0C93-1DD8-2036-A611-755D7A076AB4}"/>
              </a:ext>
            </a:extLst>
          </p:cNvPr>
          <p:cNvSpPr txBox="1"/>
          <p:nvPr userDrawn="1"/>
        </p:nvSpPr>
        <p:spPr>
          <a:xfrm>
            <a:off x="0" y="9289178"/>
            <a:ext cx="35349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Writer: Nguyễn Hữu Hải_ Data &amp;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9C478-29A1-5C29-5C1B-891268330AA3}"/>
              </a:ext>
            </a:extLst>
          </p:cNvPr>
          <p:cNvSpPr txBox="1"/>
          <p:nvPr userDrawn="1"/>
        </p:nvSpPr>
        <p:spPr>
          <a:xfrm>
            <a:off x="9010185" y="9291301"/>
            <a:ext cx="37914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Reporter: Nguyễn Hữu Hải_ Data &amp; Process</a:t>
            </a:r>
          </a:p>
        </p:txBody>
      </p:sp>
    </p:spTree>
    <p:extLst>
      <p:ext uri="{BB962C8B-B14F-4D97-AF65-F5344CB8AC3E}">
        <p14:creationId xmlns:p14="http://schemas.microsoft.com/office/powerpoint/2010/main" val="4250927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61" r:id="rId11"/>
    <p:sldLayoutId id="2147483698" r:id="rId12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chart" Target="../charts/chart1.xml"/><Relationship Id="rId7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Relationship Id="rId9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A8319-DA4E-7172-C311-CB9B032C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7C1749B6-37D2-D566-E94D-7B44294053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773471"/>
              </p:ext>
            </p:extLst>
          </p:nvPr>
        </p:nvGraphicFramePr>
        <p:xfrm>
          <a:off x="1762016" y="2274006"/>
          <a:ext cx="4638784" cy="1978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DBC6CC3-1A77-AA98-5C1C-A9EF99556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13965"/>
              </p:ext>
            </p:extLst>
          </p:nvPr>
        </p:nvGraphicFramePr>
        <p:xfrm>
          <a:off x="6670411" y="4046501"/>
          <a:ext cx="5993967" cy="1804484"/>
        </p:xfrm>
        <a:graphic>
          <a:graphicData uri="http://schemas.openxmlformats.org/drawingml/2006/table">
            <a:tbl>
              <a:tblPr/>
              <a:tblGrid>
                <a:gridCol w="1264353">
                  <a:extLst>
                    <a:ext uri="{9D8B030D-6E8A-4147-A177-3AD203B41FA5}">
                      <a16:colId xmlns:a16="http://schemas.microsoft.com/office/drawing/2014/main" val="4128885128"/>
                    </a:ext>
                  </a:extLst>
                </a:gridCol>
                <a:gridCol w="505741">
                  <a:extLst>
                    <a:ext uri="{9D8B030D-6E8A-4147-A177-3AD203B41FA5}">
                      <a16:colId xmlns:a16="http://schemas.microsoft.com/office/drawing/2014/main" val="733291606"/>
                    </a:ext>
                  </a:extLst>
                </a:gridCol>
                <a:gridCol w="505741">
                  <a:extLst>
                    <a:ext uri="{9D8B030D-6E8A-4147-A177-3AD203B41FA5}">
                      <a16:colId xmlns:a16="http://schemas.microsoft.com/office/drawing/2014/main" val="1626550849"/>
                    </a:ext>
                  </a:extLst>
                </a:gridCol>
                <a:gridCol w="505741">
                  <a:extLst>
                    <a:ext uri="{9D8B030D-6E8A-4147-A177-3AD203B41FA5}">
                      <a16:colId xmlns:a16="http://schemas.microsoft.com/office/drawing/2014/main" val="1901552012"/>
                    </a:ext>
                  </a:extLst>
                </a:gridCol>
                <a:gridCol w="74924">
                  <a:extLst>
                    <a:ext uri="{9D8B030D-6E8A-4147-A177-3AD203B41FA5}">
                      <a16:colId xmlns:a16="http://schemas.microsoft.com/office/drawing/2014/main" val="1568410728"/>
                    </a:ext>
                  </a:extLst>
                </a:gridCol>
                <a:gridCol w="505741">
                  <a:extLst>
                    <a:ext uri="{9D8B030D-6E8A-4147-A177-3AD203B41FA5}">
                      <a16:colId xmlns:a16="http://schemas.microsoft.com/office/drawing/2014/main" val="4073677736"/>
                    </a:ext>
                  </a:extLst>
                </a:gridCol>
                <a:gridCol w="505741">
                  <a:extLst>
                    <a:ext uri="{9D8B030D-6E8A-4147-A177-3AD203B41FA5}">
                      <a16:colId xmlns:a16="http://schemas.microsoft.com/office/drawing/2014/main" val="1051814751"/>
                    </a:ext>
                  </a:extLst>
                </a:gridCol>
                <a:gridCol w="505741">
                  <a:extLst>
                    <a:ext uri="{9D8B030D-6E8A-4147-A177-3AD203B41FA5}">
                      <a16:colId xmlns:a16="http://schemas.microsoft.com/office/drawing/2014/main" val="3811877213"/>
                    </a:ext>
                  </a:extLst>
                </a:gridCol>
                <a:gridCol w="103021">
                  <a:extLst>
                    <a:ext uri="{9D8B030D-6E8A-4147-A177-3AD203B41FA5}">
                      <a16:colId xmlns:a16="http://schemas.microsoft.com/office/drawing/2014/main" val="3994940733"/>
                    </a:ext>
                  </a:extLst>
                </a:gridCol>
                <a:gridCol w="505741">
                  <a:extLst>
                    <a:ext uri="{9D8B030D-6E8A-4147-A177-3AD203B41FA5}">
                      <a16:colId xmlns:a16="http://schemas.microsoft.com/office/drawing/2014/main" val="1108739849"/>
                    </a:ext>
                  </a:extLst>
                </a:gridCol>
                <a:gridCol w="505741">
                  <a:extLst>
                    <a:ext uri="{9D8B030D-6E8A-4147-A177-3AD203B41FA5}">
                      <a16:colId xmlns:a16="http://schemas.microsoft.com/office/drawing/2014/main" val="244695605"/>
                    </a:ext>
                  </a:extLst>
                </a:gridCol>
                <a:gridCol w="505741">
                  <a:extLst>
                    <a:ext uri="{9D8B030D-6E8A-4147-A177-3AD203B41FA5}">
                      <a16:colId xmlns:a16="http://schemas.microsoft.com/office/drawing/2014/main" val="1538914671"/>
                    </a:ext>
                  </a:extLst>
                </a:gridCol>
              </a:tblGrid>
              <a:tr h="16404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Nhân viên vận hành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Thiết bị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551961"/>
                  </a:ext>
                </a:extLst>
              </a:tr>
              <a:tr h="164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PMINJ02_11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PMINJ01_01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PMINJ01_10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187484"/>
                  </a:ext>
                </a:extLst>
              </a:tr>
              <a:tr h="16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TM.001593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990135"/>
                  </a:ext>
                </a:extLst>
              </a:tr>
              <a:tr h="16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TM.001645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51,087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2,478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340021"/>
                  </a:ext>
                </a:extLst>
              </a:tr>
              <a:tr h="16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TM.000251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21,752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3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1,400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69,174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903497"/>
                  </a:ext>
                </a:extLst>
              </a:tr>
              <a:tr h="16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TM.001736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5,165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1,929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10419"/>
                  </a:ext>
                </a:extLst>
              </a:tr>
              <a:tr h="16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TM.000221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B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F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493627"/>
                  </a:ext>
                </a:extLst>
              </a:tr>
              <a:tr h="16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TM.001846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5,440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F3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934192"/>
                  </a:ext>
                </a:extLst>
              </a:tr>
              <a:tr h="16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TM.000964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461511"/>
                  </a:ext>
                </a:extLst>
              </a:tr>
              <a:tr h="16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TM.000913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47,086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E59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12,251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B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36,460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F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315770"/>
                  </a:ext>
                </a:extLst>
              </a:tr>
              <a:tr h="16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TM.000871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B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5144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8705B6F-CE59-08DD-198F-28AC5CC85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102518"/>
              </p:ext>
            </p:extLst>
          </p:nvPr>
        </p:nvGraphicFramePr>
        <p:xfrm>
          <a:off x="6670411" y="1975605"/>
          <a:ext cx="5993964" cy="1624311"/>
        </p:xfrm>
        <a:graphic>
          <a:graphicData uri="http://schemas.openxmlformats.org/drawingml/2006/table">
            <a:tbl>
              <a:tblPr/>
              <a:tblGrid>
                <a:gridCol w="980832">
                  <a:extLst>
                    <a:ext uri="{9D8B030D-6E8A-4147-A177-3AD203B41FA5}">
                      <a16:colId xmlns:a16="http://schemas.microsoft.com/office/drawing/2014/main" val="2493848130"/>
                    </a:ext>
                  </a:extLst>
                </a:gridCol>
                <a:gridCol w="603030">
                  <a:extLst>
                    <a:ext uri="{9D8B030D-6E8A-4147-A177-3AD203B41FA5}">
                      <a16:colId xmlns:a16="http://schemas.microsoft.com/office/drawing/2014/main" val="2187153699"/>
                    </a:ext>
                  </a:extLst>
                </a:gridCol>
                <a:gridCol w="646622">
                  <a:extLst>
                    <a:ext uri="{9D8B030D-6E8A-4147-A177-3AD203B41FA5}">
                      <a16:colId xmlns:a16="http://schemas.microsoft.com/office/drawing/2014/main" val="3137980384"/>
                    </a:ext>
                  </a:extLst>
                </a:gridCol>
                <a:gridCol w="632091">
                  <a:extLst>
                    <a:ext uri="{9D8B030D-6E8A-4147-A177-3AD203B41FA5}">
                      <a16:colId xmlns:a16="http://schemas.microsoft.com/office/drawing/2014/main" val="4188294683"/>
                    </a:ext>
                  </a:extLst>
                </a:gridCol>
                <a:gridCol w="58123">
                  <a:extLst>
                    <a:ext uri="{9D8B030D-6E8A-4147-A177-3AD203B41FA5}">
                      <a16:colId xmlns:a16="http://schemas.microsoft.com/office/drawing/2014/main" val="3464065907"/>
                    </a:ext>
                  </a:extLst>
                </a:gridCol>
                <a:gridCol w="341474">
                  <a:extLst>
                    <a:ext uri="{9D8B030D-6E8A-4147-A177-3AD203B41FA5}">
                      <a16:colId xmlns:a16="http://schemas.microsoft.com/office/drawing/2014/main" val="2753246852"/>
                    </a:ext>
                  </a:extLst>
                </a:gridCol>
                <a:gridCol w="341474">
                  <a:extLst>
                    <a:ext uri="{9D8B030D-6E8A-4147-A177-3AD203B41FA5}">
                      <a16:colId xmlns:a16="http://schemas.microsoft.com/office/drawing/2014/main" val="1920509253"/>
                    </a:ext>
                  </a:extLst>
                </a:gridCol>
                <a:gridCol w="341474">
                  <a:extLst>
                    <a:ext uri="{9D8B030D-6E8A-4147-A177-3AD203B41FA5}">
                      <a16:colId xmlns:a16="http://schemas.microsoft.com/office/drawing/2014/main" val="350084605"/>
                    </a:ext>
                  </a:extLst>
                </a:gridCol>
                <a:gridCol w="341474">
                  <a:extLst>
                    <a:ext uri="{9D8B030D-6E8A-4147-A177-3AD203B41FA5}">
                      <a16:colId xmlns:a16="http://schemas.microsoft.com/office/drawing/2014/main" val="3470496456"/>
                    </a:ext>
                  </a:extLst>
                </a:gridCol>
                <a:gridCol w="341474">
                  <a:extLst>
                    <a:ext uri="{9D8B030D-6E8A-4147-A177-3AD203B41FA5}">
                      <a16:colId xmlns:a16="http://schemas.microsoft.com/office/drawing/2014/main" val="3823184895"/>
                    </a:ext>
                  </a:extLst>
                </a:gridCol>
                <a:gridCol w="341474">
                  <a:extLst>
                    <a:ext uri="{9D8B030D-6E8A-4147-A177-3AD203B41FA5}">
                      <a16:colId xmlns:a16="http://schemas.microsoft.com/office/drawing/2014/main" val="353020428"/>
                    </a:ext>
                  </a:extLst>
                </a:gridCol>
                <a:gridCol w="341474">
                  <a:extLst>
                    <a:ext uri="{9D8B030D-6E8A-4147-A177-3AD203B41FA5}">
                      <a16:colId xmlns:a16="http://schemas.microsoft.com/office/drawing/2014/main" val="3492143356"/>
                    </a:ext>
                  </a:extLst>
                </a:gridCol>
                <a:gridCol w="341474">
                  <a:extLst>
                    <a:ext uri="{9D8B030D-6E8A-4147-A177-3AD203B41FA5}">
                      <a16:colId xmlns:a16="http://schemas.microsoft.com/office/drawing/2014/main" val="1028800377"/>
                    </a:ext>
                  </a:extLst>
                </a:gridCol>
                <a:gridCol w="341474">
                  <a:extLst>
                    <a:ext uri="{9D8B030D-6E8A-4147-A177-3AD203B41FA5}">
                      <a16:colId xmlns:a16="http://schemas.microsoft.com/office/drawing/2014/main" val="1224118069"/>
                    </a:ext>
                  </a:extLst>
                </a:gridCol>
              </a:tblGrid>
              <a:tr h="18931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Thiết</a:t>
                      </a:r>
                      <a:r>
                        <a:rPr lang="en-U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bị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Tỷ</a:t>
                      </a:r>
                      <a:r>
                        <a:rPr lang="en-U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lệ</a:t>
                      </a:r>
                      <a:r>
                        <a:rPr lang="en-U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lỗi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980086"/>
                  </a:ext>
                </a:extLst>
              </a:tr>
              <a:tr h="1893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Tỷ lệ lỗi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 lượng 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9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Sản lượng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09368"/>
                  </a:ext>
                </a:extLst>
              </a:tr>
              <a:tr h="1893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13,436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600,812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435818"/>
                  </a:ext>
                </a:extLst>
              </a:tr>
              <a:tr h="1893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PMINJ02_11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4,953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289,499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27741"/>
                  </a:ext>
                </a:extLst>
              </a:tr>
              <a:tr h="1893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PMINJ01_15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46,912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B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982937"/>
                  </a:ext>
                </a:extLst>
              </a:tr>
              <a:tr h="1893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PMINJ02_10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639677"/>
                  </a:ext>
                </a:extLst>
              </a:tr>
              <a:tr h="1893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PMINJ01_01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B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2,449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47,104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B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B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601776"/>
                  </a:ext>
                </a:extLst>
              </a:tr>
              <a:tr h="1893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PMINJ01_10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4,387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216,565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AA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9007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B357F02-8EAA-349E-918E-BA2E2F6D4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183365"/>
              </p:ext>
            </p:extLst>
          </p:nvPr>
        </p:nvGraphicFramePr>
        <p:xfrm>
          <a:off x="1293696" y="7387000"/>
          <a:ext cx="4271791" cy="1607065"/>
        </p:xfrm>
        <a:graphic>
          <a:graphicData uri="http://schemas.openxmlformats.org/drawingml/2006/table">
            <a:tbl>
              <a:tblPr/>
              <a:tblGrid>
                <a:gridCol w="900523">
                  <a:extLst>
                    <a:ext uri="{9D8B030D-6E8A-4147-A177-3AD203B41FA5}">
                      <a16:colId xmlns:a16="http://schemas.microsoft.com/office/drawing/2014/main" val="2686442165"/>
                    </a:ext>
                  </a:extLst>
                </a:gridCol>
                <a:gridCol w="1019000">
                  <a:extLst>
                    <a:ext uri="{9D8B030D-6E8A-4147-A177-3AD203B41FA5}">
                      <a16:colId xmlns:a16="http://schemas.microsoft.com/office/drawing/2014/main" val="4164810710"/>
                    </a:ext>
                  </a:extLst>
                </a:gridCol>
                <a:gridCol w="752030">
                  <a:extLst>
                    <a:ext uri="{9D8B030D-6E8A-4147-A177-3AD203B41FA5}">
                      <a16:colId xmlns:a16="http://schemas.microsoft.com/office/drawing/2014/main" val="2660945240"/>
                    </a:ext>
                  </a:extLst>
                </a:gridCol>
                <a:gridCol w="880216">
                  <a:extLst>
                    <a:ext uri="{9D8B030D-6E8A-4147-A177-3AD203B41FA5}">
                      <a16:colId xmlns:a16="http://schemas.microsoft.com/office/drawing/2014/main" val="3703280315"/>
                    </a:ext>
                  </a:extLst>
                </a:gridCol>
                <a:gridCol w="720022">
                  <a:extLst>
                    <a:ext uri="{9D8B030D-6E8A-4147-A177-3AD203B41FA5}">
                      <a16:colId xmlns:a16="http://schemas.microsoft.com/office/drawing/2014/main" val="3312188038"/>
                    </a:ext>
                  </a:extLst>
                </a:gridCol>
              </a:tblGrid>
              <a:tr h="2183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Thiết</a:t>
                      </a:r>
                      <a:r>
                        <a:rPr lang="en-U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bị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Tỷ</a:t>
                      </a:r>
                      <a:r>
                        <a:rPr lang="en-U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lệ</a:t>
                      </a:r>
                      <a:r>
                        <a:rPr lang="en-U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lỗi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 lượng 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Sản lượng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60463"/>
                  </a:ext>
                </a:extLst>
              </a:tr>
              <a:tr h="13834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PMINJ02_11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FRING_BLUE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101,040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0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173112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FRING_RGB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3,634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188,459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54332"/>
                  </a:ext>
                </a:extLst>
              </a:tr>
              <a:tr h="13834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PMINJ01_15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FRING_BLUE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040431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FRING_RGB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1,627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46,091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656867"/>
                  </a:ext>
                </a:extLst>
              </a:tr>
              <a:tr h="1383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PMINJ02_10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FRING_RGB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843246"/>
                  </a:ext>
                </a:extLst>
              </a:tr>
              <a:tr h="13834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PMINJ01_01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FRING_BLUE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C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18,700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430046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FRING_RGB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B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1,546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28,404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65383"/>
                  </a:ext>
                </a:extLst>
              </a:tr>
              <a:tr h="13834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PMINJ01_10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FRING_BLUE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2,008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90,941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F2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553111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FRING_RGB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2,379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125,624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EC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771134"/>
                  </a:ext>
                </a:extLst>
              </a:tr>
            </a:tbl>
          </a:graphicData>
        </a:graphic>
      </p:graphicFrame>
      <p:pic>
        <p:nvPicPr>
          <p:cNvPr id="155" name="Picture 154">
            <a:extLst>
              <a:ext uri="{FF2B5EF4-FFF2-40B4-BE49-F238E27FC236}">
                <a16:creationId xmlns:a16="http://schemas.microsoft.com/office/drawing/2014/main" id="{45BF5C7F-EE2C-2C58-7878-8C84C3F546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085" b="9987"/>
          <a:stretch>
            <a:fillRect/>
          </a:stretch>
        </p:blipFill>
        <p:spPr>
          <a:xfrm>
            <a:off x="3970755" y="1033705"/>
            <a:ext cx="1892084" cy="105011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99A2F87-EB48-26A9-58D6-2D0D76B06F3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630" y="70372"/>
            <a:ext cx="10827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326578">
              <a:defRPr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[PIM_FRING]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LỖI “HỞ MẠCH MỀM”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BA08763-B232-C0C7-F1C4-13AC9F35D498}"/>
              </a:ext>
            </a:extLst>
          </p:cNvPr>
          <p:cNvSpPr txBox="1"/>
          <p:nvPr/>
        </p:nvSpPr>
        <p:spPr>
          <a:xfrm>
            <a:off x="77451" y="686600"/>
            <a:ext cx="19200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i="1" u="sng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800" i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i="1" u="sng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800" i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i="1" u="sng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800" i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01/01/2025- 05/11/2025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1C45-EF9A-D877-DBD8-4D8786797BB8}"/>
              </a:ext>
            </a:extLst>
          </p:cNvPr>
          <p:cNvSpPr/>
          <p:nvPr/>
        </p:nvSpPr>
        <p:spPr>
          <a:xfrm>
            <a:off x="3219552" y="8376881"/>
            <a:ext cx="745824" cy="30190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352A8F-08BE-C9ED-D387-0B09E9C5205D}"/>
              </a:ext>
            </a:extLst>
          </p:cNvPr>
          <p:cNvSpPr txBox="1"/>
          <p:nvPr/>
        </p:nvSpPr>
        <p:spPr>
          <a:xfrm>
            <a:off x="181561" y="7193361"/>
            <a:ext cx="28184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BFE595-2954-AD0D-4DB1-C7F1A7AC30D5}"/>
              </a:ext>
            </a:extLst>
          </p:cNvPr>
          <p:cNvSpPr txBox="1"/>
          <p:nvPr/>
        </p:nvSpPr>
        <p:spPr>
          <a:xfrm>
            <a:off x="183276" y="8971498"/>
            <a:ext cx="43909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PMIINJ01_01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546639-7E6E-D251-3895-07AEF768A665}"/>
              </a:ext>
            </a:extLst>
          </p:cNvPr>
          <p:cNvSpPr/>
          <p:nvPr/>
        </p:nvSpPr>
        <p:spPr>
          <a:xfrm>
            <a:off x="7654066" y="3225953"/>
            <a:ext cx="606829" cy="18117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628DE47-F793-3E4D-46F1-EC42C5EBFC52}"/>
              </a:ext>
            </a:extLst>
          </p:cNvPr>
          <p:cNvSpPr/>
          <p:nvPr/>
        </p:nvSpPr>
        <p:spPr>
          <a:xfrm>
            <a:off x="114883" y="902044"/>
            <a:ext cx="6349620" cy="8407419"/>
          </a:xfrm>
          <a:custGeom>
            <a:avLst/>
            <a:gdLst>
              <a:gd name="connsiteX0" fmla="*/ 0 w 6773599"/>
              <a:gd name="connsiteY0" fmla="*/ 1128956 h 6878798"/>
              <a:gd name="connsiteX1" fmla="*/ 1128956 w 6773599"/>
              <a:gd name="connsiteY1" fmla="*/ 0 h 6878798"/>
              <a:gd name="connsiteX2" fmla="*/ 5644643 w 6773599"/>
              <a:gd name="connsiteY2" fmla="*/ 0 h 6878798"/>
              <a:gd name="connsiteX3" fmla="*/ 6773599 w 6773599"/>
              <a:gd name="connsiteY3" fmla="*/ 1128956 h 6878798"/>
              <a:gd name="connsiteX4" fmla="*/ 6773599 w 6773599"/>
              <a:gd name="connsiteY4" fmla="*/ 5749842 h 6878798"/>
              <a:gd name="connsiteX5" fmla="*/ 5644643 w 6773599"/>
              <a:gd name="connsiteY5" fmla="*/ 6878798 h 6878798"/>
              <a:gd name="connsiteX6" fmla="*/ 1128956 w 6773599"/>
              <a:gd name="connsiteY6" fmla="*/ 6878798 h 6878798"/>
              <a:gd name="connsiteX7" fmla="*/ 0 w 6773599"/>
              <a:gd name="connsiteY7" fmla="*/ 5749842 h 6878798"/>
              <a:gd name="connsiteX8" fmla="*/ 0 w 6773599"/>
              <a:gd name="connsiteY8" fmla="*/ 1128956 h 6878798"/>
              <a:gd name="connsiteX0" fmla="*/ 0 w 6776725"/>
              <a:gd name="connsiteY0" fmla="*/ 1128956 h 6878798"/>
              <a:gd name="connsiteX1" fmla="*/ 1128956 w 6776725"/>
              <a:gd name="connsiteY1" fmla="*/ 0 h 6878798"/>
              <a:gd name="connsiteX2" fmla="*/ 6228117 w 6776725"/>
              <a:gd name="connsiteY2" fmla="*/ 8709 h 6878798"/>
              <a:gd name="connsiteX3" fmla="*/ 6773599 w 6776725"/>
              <a:gd name="connsiteY3" fmla="*/ 1128956 h 6878798"/>
              <a:gd name="connsiteX4" fmla="*/ 6773599 w 6776725"/>
              <a:gd name="connsiteY4" fmla="*/ 5749842 h 6878798"/>
              <a:gd name="connsiteX5" fmla="*/ 5644643 w 6776725"/>
              <a:gd name="connsiteY5" fmla="*/ 6878798 h 6878798"/>
              <a:gd name="connsiteX6" fmla="*/ 1128956 w 6776725"/>
              <a:gd name="connsiteY6" fmla="*/ 6878798 h 6878798"/>
              <a:gd name="connsiteX7" fmla="*/ 0 w 6776725"/>
              <a:gd name="connsiteY7" fmla="*/ 5749842 h 6878798"/>
              <a:gd name="connsiteX8" fmla="*/ 0 w 6776725"/>
              <a:gd name="connsiteY8" fmla="*/ 1128956 h 6878798"/>
              <a:gd name="connsiteX0" fmla="*/ 0 w 6776725"/>
              <a:gd name="connsiteY0" fmla="*/ 1128956 h 6878798"/>
              <a:gd name="connsiteX1" fmla="*/ 641276 w 6776725"/>
              <a:gd name="connsiteY1" fmla="*/ 0 h 6878798"/>
              <a:gd name="connsiteX2" fmla="*/ 6228117 w 6776725"/>
              <a:gd name="connsiteY2" fmla="*/ 8709 h 6878798"/>
              <a:gd name="connsiteX3" fmla="*/ 6773599 w 6776725"/>
              <a:gd name="connsiteY3" fmla="*/ 1128956 h 6878798"/>
              <a:gd name="connsiteX4" fmla="*/ 6773599 w 6776725"/>
              <a:gd name="connsiteY4" fmla="*/ 5749842 h 6878798"/>
              <a:gd name="connsiteX5" fmla="*/ 5644643 w 6776725"/>
              <a:gd name="connsiteY5" fmla="*/ 6878798 h 6878798"/>
              <a:gd name="connsiteX6" fmla="*/ 1128956 w 6776725"/>
              <a:gd name="connsiteY6" fmla="*/ 6878798 h 6878798"/>
              <a:gd name="connsiteX7" fmla="*/ 0 w 6776725"/>
              <a:gd name="connsiteY7" fmla="*/ 5749842 h 6878798"/>
              <a:gd name="connsiteX8" fmla="*/ 0 w 6776725"/>
              <a:gd name="connsiteY8" fmla="*/ 1128956 h 6878798"/>
              <a:gd name="connsiteX0" fmla="*/ 0 w 6776725"/>
              <a:gd name="connsiteY0" fmla="*/ 1128956 h 6887507"/>
              <a:gd name="connsiteX1" fmla="*/ 641276 w 6776725"/>
              <a:gd name="connsiteY1" fmla="*/ 0 h 6887507"/>
              <a:gd name="connsiteX2" fmla="*/ 6228117 w 6776725"/>
              <a:gd name="connsiteY2" fmla="*/ 8709 h 6887507"/>
              <a:gd name="connsiteX3" fmla="*/ 6773599 w 6776725"/>
              <a:gd name="connsiteY3" fmla="*/ 1128956 h 6887507"/>
              <a:gd name="connsiteX4" fmla="*/ 6773599 w 6776725"/>
              <a:gd name="connsiteY4" fmla="*/ 5749842 h 6887507"/>
              <a:gd name="connsiteX5" fmla="*/ 6184575 w 6776725"/>
              <a:gd name="connsiteY5" fmla="*/ 6887507 h 6887507"/>
              <a:gd name="connsiteX6" fmla="*/ 1128956 w 6776725"/>
              <a:gd name="connsiteY6" fmla="*/ 6878798 h 6887507"/>
              <a:gd name="connsiteX7" fmla="*/ 0 w 6776725"/>
              <a:gd name="connsiteY7" fmla="*/ 5749842 h 6887507"/>
              <a:gd name="connsiteX8" fmla="*/ 0 w 6776725"/>
              <a:gd name="connsiteY8" fmla="*/ 1128956 h 6887507"/>
              <a:gd name="connsiteX0" fmla="*/ 6531 w 6783256"/>
              <a:gd name="connsiteY0" fmla="*/ 1128956 h 6896215"/>
              <a:gd name="connsiteX1" fmla="*/ 647807 w 6783256"/>
              <a:gd name="connsiteY1" fmla="*/ 0 h 6896215"/>
              <a:gd name="connsiteX2" fmla="*/ 6234648 w 6783256"/>
              <a:gd name="connsiteY2" fmla="*/ 8709 h 6896215"/>
              <a:gd name="connsiteX3" fmla="*/ 6780130 w 6783256"/>
              <a:gd name="connsiteY3" fmla="*/ 1128956 h 6896215"/>
              <a:gd name="connsiteX4" fmla="*/ 6780130 w 6783256"/>
              <a:gd name="connsiteY4" fmla="*/ 5749842 h 6896215"/>
              <a:gd name="connsiteX5" fmla="*/ 6191106 w 6783256"/>
              <a:gd name="connsiteY5" fmla="*/ 6887507 h 6896215"/>
              <a:gd name="connsiteX6" fmla="*/ 525887 w 6783256"/>
              <a:gd name="connsiteY6" fmla="*/ 6896215 h 6896215"/>
              <a:gd name="connsiteX7" fmla="*/ 6531 w 6783256"/>
              <a:gd name="connsiteY7" fmla="*/ 5749842 h 6896215"/>
              <a:gd name="connsiteX8" fmla="*/ 6531 w 6783256"/>
              <a:gd name="connsiteY8" fmla="*/ 1128956 h 6896215"/>
              <a:gd name="connsiteX0" fmla="*/ 6531 w 6783256"/>
              <a:gd name="connsiteY0" fmla="*/ 1128956 h 6896215"/>
              <a:gd name="connsiteX1" fmla="*/ 647807 w 6783256"/>
              <a:gd name="connsiteY1" fmla="*/ 0 h 6896215"/>
              <a:gd name="connsiteX2" fmla="*/ 6234648 w 6783256"/>
              <a:gd name="connsiteY2" fmla="*/ 8709 h 6896215"/>
              <a:gd name="connsiteX3" fmla="*/ 6780130 w 6783256"/>
              <a:gd name="connsiteY3" fmla="*/ 1128956 h 6896215"/>
              <a:gd name="connsiteX4" fmla="*/ 6780130 w 6783256"/>
              <a:gd name="connsiteY4" fmla="*/ 5749842 h 6896215"/>
              <a:gd name="connsiteX5" fmla="*/ 6217232 w 6783256"/>
              <a:gd name="connsiteY5" fmla="*/ 6887507 h 6896215"/>
              <a:gd name="connsiteX6" fmla="*/ 525887 w 6783256"/>
              <a:gd name="connsiteY6" fmla="*/ 6896215 h 6896215"/>
              <a:gd name="connsiteX7" fmla="*/ 6531 w 6783256"/>
              <a:gd name="connsiteY7" fmla="*/ 5749842 h 6896215"/>
              <a:gd name="connsiteX8" fmla="*/ 6531 w 6783256"/>
              <a:gd name="connsiteY8" fmla="*/ 1128956 h 6896215"/>
              <a:gd name="connsiteX0" fmla="*/ 0 w 6794142"/>
              <a:gd name="connsiteY0" fmla="*/ 724212 h 6896215"/>
              <a:gd name="connsiteX1" fmla="*/ 658693 w 6794142"/>
              <a:gd name="connsiteY1" fmla="*/ 0 h 6896215"/>
              <a:gd name="connsiteX2" fmla="*/ 6245534 w 6794142"/>
              <a:gd name="connsiteY2" fmla="*/ 8709 h 6896215"/>
              <a:gd name="connsiteX3" fmla="*/ 6791016 w 6794142"/>
              <a:gd name="connsiteY3" fmla="*/ 1128956 h 6896215"/>
              <a:gd name="connsiteX4" fmla="*/ 6791016 w 6794142"/>
              <a:gd name="connsiteY4" fmla="*/ 5749842 h 6896215"/>
              <a:gd name="connsiteX5" fmla="*/ 6228118 w 6794142"/>
              <a:gd name="connsiteY5" fmla="*/ 6887507 h 6896215"/>
              <a:gd name="connsiteX6" fmla="*/ 536773 w 6794142"/>
              <a:gd name="connsiteY6" fmla="*/ 6896215 h 6896215"/>
              <a:gd name="connsiteX7" fmla="*/ 17417 w 6794142"/>
              <a:gd name="connsiteY7" fmla="*/ 5749842 h 6896215"/>
              <a:gd name="connsiteX8" fmla="*/ 0 w 6794142"/>
              <a:gd name="connsiteY8" fmla="*/ 724212 h 6896215"/>
              <a:gd name="connsiteX0" fmla="*/ 0 w 6792621"/>
              <a:gd name="connsiteY0" fmla="*/ 724212 h 6896215"/>
              <a:gd name="connsiteX1" fmla="*/ 658693 w 6792621"/>
              <a:gd name="connsiteY1" fmla="*/ 0 h 6896215"/>
              <a:gd name="connsiteX2" fmla="*/ 6245534 w 6792621"/>
              <a:gd name="connsiteY2" fmla="*/ 8709 h 6896215"/>
              <a:gd name="connsiteX3" fmla="*/ 6747473 w 6792621"/>
              <a:gd name="connsiteY3" fmla="*/ 679240 h 6896215"/>
              <a:gd name="connsiteX4" fmla="*/ 6791016 w 6792621"/>
              <a:gd name="connsiteY4" fmla="*/ 5749842 h 6896215"/>
              <a:gd name="connsiteX5" fmla="*/ 6228118 w 6792621"/>
              <a:gd name="connsiteY5" fmla="*/ 6887507 h 6896215"/>
              <a:gd name="connsiteX6" fmla="*/ 536773 w 6792621"/>
              <a:gd name="connsiteY6" fmla="*/ 6896215 h 6896215"/>
              <a:gd name="connsiteX7" fmla="*/ 17417 w 6792621"/>
              <a:gd name="connsiteY7" fmla="*/ 5749842 h 6896215"/>
              <a:gd name="connsiteX8" fmla="*/ 0 w 6792621"/>
              <a:gd name="connsiteY8" fmla="*/ 724212 h 6896215"/>
              <a:gd name="connsiteX0" fmla="*/ 0 w 6792621"/>
              <a:gd name="connsiteY0" fmla="*/ 724212 h 6896215"/>
              <a:gd name="connsiteX1" fmla="*/ 658693 w 6792621"/>
              <a:gd name="connsiteY1" fmla="*/ 0 h 6896215"/>
              <a:gd name="connsiteX2" fmla="*/ 6245534 w 6792621"/>
              <a:gd name="connsiteY2" fmla="*/ 8709 h 6896215"/>
              <a:gd name="connsiteX3" fmla="*/ 6764890 w 6792621"/>
              <a:gd name="connsiteY3" fmla="*/ 814155 h 6896215"/>
              <a:gd name="connsiteX4" fmla="*/ 6791016 w 6792621"/>
              <a:gd name="connsiteY4" fmla="*/ 5749842 h 6896215"/>
              <a:gd name="connsiteX5" fmla="*/ 6228118 w 6792621"/>
              <a:gd name="connsiteY5" fmla="*/ 6887507 h 6896215"/>
              <a:gd name="connsiteX6" fmla="*/ 536773 w 6792621"/>
              <a:gd name="connsiteY6" fmla="*/ 6896215 h 6896215"/>
              <a:gd name="connsiteX7" fmla="*/ 17417 w 6792621"/>
              <a:gd name="connsiteY7" fmla="*/ 5749842 h 6896215"/>
              <a:gd name="connsiteX8" fmla="*/ 0 w 6792621"/>
              <a:gd name="connsiteY8" fmla="*/ 724212 h 6896215"/>
              <a:gd name="connsiteX0" fmla="*/ 0 w 6784601"/>
              <a:gd name="connsiteY0" fmla="*/ 724212 h 6896215"/>
              <a:gd name="connsiteX1" fmla="*/ 658693 w 6784601"/>
              <a:gd name="connsiteY1" fmla="*/ 0 h 6896215"/>
              <a:gd name="connsiteX2" fmla="*/ 6245534 w 6784601"/>
              <a:gd name="connsiteY2" fmla="*/ 8709 h 6896215"/>
              <a:gd name="connsiteX3" fmla="*/ 6764890 w 6784601"/>
              <a:gd name="connsiteY3" fmla="*/ 814155 h 6896215"/>
              <a:gd name="connsiteX4" fmla="*/ 6782308 w 6784601"/>
              <a:gd name="connsiteY4" fmla="*/ 6169576 h 6896215"/>
              <a:gd name="connsiteX5" fmla="*/ 6228118 w 6784601"/>
              <a:gd name="connsiteY5" fmla="*/ 6887507 h 6896215"/>
              <a:gd name="connsiteX6" fmla="*/ 536773 w 6784601"/>
              <a:gd name="connsiteY6" fmla="*/ 6896215 h 6896215"/>
              <a:gd name="connsiteX7" fmla="*/ 17417 w 6784601"/>
              <a:gd name="connsiteY7" fmla="*/ 5749842 h 6896215"/>
              <a:gd name="connsiteX8" fmla="*/ 0 w 6784601"/>
              <a:gd name="connsiteY8" fmla="*/ 724212 h 6896215"/>
              <a:gd name="connsiteX0" fmla="*/ 0 w 6784601"/>
              <a:gd name="connsiteY0" fmla="*/ 724212 h 6896215"/>
              <a:gd name="connsiteX1" fmla="*/ 658693 w 6784601"/>
              <a:gd name="connsiteY1" fmla="*/ 0 h 6896215"/>
              <a:gd name="connsiteX2" fmla="*/ 6245534 w 6784601"/>
              <a:gd name="connsiteY2" fmla="*/ 8709 h 6896215"/>
              <a:gd name="connsiteX3" fmla="*/ 6764890 w 6784601"/>
              <a:gd name="connsiteY3" fmla="*/ 814155 h 6896215"/>
              <a:gd name="connsiteX4" fmla="*/ 6782308 w 6784601"/>
              <a:gd name="connsiteY4" fmla="*/ 6169576 h 6896215"/>
              <a:gd name="connsiteX5" fmla="*/ 6228118 w 6784601"/>
              <a:gd name="connsiteY5" fmla="*/ 6887507 h 6896215"/>
              <a:gd name="connsiteX6" fmla="*/ 536773 w 6784601"/>
              <a:gd name="connsiteY6" fmla="*/ 6896215 h 6896215"/>
              <a:gd name="connsiteX7" fmla="*/ 26125 w 6784601"/>
              <a:gd name="connsiteY7" fmla="*/ 6109614 h 6896215"/>
              <a:gd name="connsiteX8" fmla="*/ 0 w 6784601"/>
              <a:gd name="connsiteY8" fmla="*/ 724212 h 6896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4601" h="6896215">
                <a:moveTo>
                  <a:pt x="0" y="724212"/>
                </a:moveTo>
                <a:cubicBezTo>
                  <a:pt x="0" y="100707"/>
                  <a:pt x="35188" y="0"/>
                  <a:pt x="658693" y="0"/>
                </a:cubicBezTo>
                <a:lnTo>
                  <a:pt x="6245534" y="8709"/>
                </a:lnTo>
                <a:cubicBezTo>
                  <a:pt x="6869039" y="8709"/>
                  <a:pt x="6764890" y="190650"/>
                  <a:pt x="6764890" y="814155"/>
                </a:cubicBezTo>
                <a:lnTo>
                  <a:pt x="6782308" y="6169576"/>
                </a:lnTo>
                <a:cubicBezTo>
                  <a:pt x="6782308" y="6793081"/>
                  <a:pt x="6851623" y="6887507"/>
                  <a:pt x="6228118" y="6887507"/>
                </a:cubicBezTo>
                <a:lnTo>
                  <a:pt x="536773" y="6896215"/>
                </a:lnTo>
                <a:cubicBezTo>
                  <a:pt x="-86732" y="6896215"/>
                  <a:pt x="26125" y="6733119"/>
                  <a:pt x="26125" y="6109614"/>
                </a:cubicBezTo>
                <a:cubicBezTo>
                  <a:pt x="20319" y="4434404"/>
                  <a:pt x="5806" y="2399422"/>
                  <a:pt x="0" y="724212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0B3137-F559-9CD0-DB98-326544F96498}"/>
              </a:ext>
            </a:extLst>
          </p:cNvPr>
          <p:cNvSpPr txBox="1"/>
          <p:nvPr/>
        </p:nvSpPr>
        <p:spPr>
          <a:xfrm>
            <a:off x="8442170" y="1797899"/>
            <a:ext cx="29049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endParaRPr lang="en-US" sz="9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FBED93-DA02-1507-9F2E-914FEECC05C3}"/>
              </a:ext>
            </a:extLst>
          </p:cNvPr>
          <p:cNvSpPr txBox="1"/>
          <p:nvPr/>
        </p:nvSpPr>
        <p:spPr>
          <a:xfrm>
            <a:off x="420064" y="945611"/>
            <a:ext cx="3281080" cy="1218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Xưởng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PIM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: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FRING_BLUE, FRING_RGB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ECF94B-0CD1-F735-B7E6-1CFFCF84C1D6}"/>
              </a:ext>
            </a:extLst>
          </p:cNvPr>
          <p:cNvSpPr txBox="1"/>
          <p:nvPr/>
        </p:nvSpPr>
        <p:spPr>
          <a:xfrm>
            <a:off x="6807229" y="3615170"/>
            <a:ext cx="57938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PIMINJ01_01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18.22 %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( 2,449/13,436 )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B0B67D3-BF1E-D416-DEE0-D15E131AE737}"/>
              </a:ext>
            </a:extLst>
          </p:cNvPr>
          <p:cNvSpPr txBox="1"/>
          <p:nvPr/>
        </p:nvSpPr>
        <p:spPr>
          <a:xfrm>
            <a:off x="8442170" y="3810940"/>
            <a:ext cx="27286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2BB374-67DA-374A-5BAC-AC57937F2B45}"/>
              </a:ext>
            </a:extLst>
          </p:cNvPr>
          <p:cNvSpPr txBox="1"/>
          <p:nvPr/>
        </p:nvSpPr>
        <p:spPr>
          <a:xfrm>
            <a:off x="181561" y="6024621"/>
            <a:ext cx="23791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Ca_Kip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169DA98-A155-049C-B086-2346E58FB1F5}"/>
              </a:ext>
            </a:extLst>
          </p:cNvPr>
          <p:cNvSpPr txBox="1"/>
          <p:nvPr/>
        </p:nvSpPr>
        <p:spPr>
          <a:xfrm>
            <a:off x="181561" y="6961345"/>
            <a:ext cx="6312947" cy="278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900" dirty="0">
                <a:latin typeface="+mj-lt"/>
              </a:rPr>
              <a:t>Tỷ lệ lỗi giữa các ca làm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9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900" dirty="0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ECA9D1F-5FFB-3214-CA49-5367055FCFAF}"/>
              </a:ext>
            </a:extLst>
          </p:cNvPr>
          <p:cNvSpPr txBox="1"/>
          <p:nvPr/>
        </p:nvSpPr>
        <p:spPr>
          <a:xfrm>
            <a:off x="6874153" y="8435711"/>
            <a:ext cx="5744171" cy="898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FRING RGB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Rework OK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M04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Các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rework OK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96.01% 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99.03%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là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xử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lý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xong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với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gần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bằng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lượng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NG</a:t>
            </a:r>
          </a:p>
          <a:p>
            <a:pPr marL="171450" lvl="0" indent="-1714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FRING BULE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Rework OK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M05 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M10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với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tỷ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lệ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dao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động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từ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95.90% 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100%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và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lượng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NG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xử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lý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gần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hết</a:t>
            </a:r>
            <a:endParaRPr lang="en-US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BE4BC94-E05B-E644-77B6-0DCD10596411}"/>
              </a:ext>
            </a:extLst>
          </p:cNvPr>
          <p:cNvSpPr txBox="1"/>
          <p:nvPr/>
        </p:nvSpPr>
        <p:spPr>
          <a:xfrm>
            <a:off x="6841413" y="6676912"/>
            <a:ext cx="18886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PIM_REWORK_Hở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B853669-E587-3795-9346-FA0579C65B68}"/>
              </a:ext>
            </a:extLst>
          </p:cNvPr>
          <p:cNvSpPr txBox="1"/>
          <p:nvPr/>
        </p:nvSpPr>
        <p:spPr>
          <a:xfrm>
            <a:off x="6807229" y="5810231"/>
            <a:ext cx="5840103" cy="898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kể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PIMINJ01_01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PIMINJ01_01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tạm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M08.</a:t>
            </a:r>
          </a:p>
          <a:p>
            <a:pPr>
              <a:lnSpc>
                <a:spcPct val="150000"/>
              </a:lnSpc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Nguyên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nhân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thể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dẫn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đến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là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v</a:t>
            </a:r>
            <a:r>
              <a:rPr lang="vi-V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ấn đề kỹ thuật hoặc sai lệch thông số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PIMINJ01_01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: Rounded Corners 30">
            <a:extLst>
              <a:ext uri="{FF2B5EF4-FFF2-40B4-BE49-F238E27FC236}">
                <a16:creationId xmlns:a16="http://schemas.microsoft.com/office/drawing/2014/main" id="{30D56799-AB18-DD97-556A-E6636EF4B660}"/>
              </a:ext>
            </a:extLst>
          </p:cNvPr>
          <p:cNvSpPr/>
          <p:nvPr/>
        </p:nvSpPr>
        <p:spPr>
          <a:xfrm>
            <a:off x="6561186" y="923727"/>
            <a:ext cx="6202033" cy="8407419"/>
          </a:xfrm>
          <a:custGeom>
            <a:avLst/>
            <a:gdLst>
              <a:gd name="connsiteX0" fmla="*/ 0 w 6773599"/>
              <a:gd name="connsiteY0" fmla="*/ 1128956 h 6878798"/>
              <a:gd name="connsiteX1" fmla="*/ 1128956 w 6773599"/>
              <a:gd name="connsiteY1" fmla="*/ 0 h 6878798"/>
              <a:gd name="connsiteX2" fmla="*/ 5644643 w 6773599"/>
              <a:gd name="connsiteY2" fmla="*/ 0 h 6878798"/>
              <a:gd name="connsiteX3" fmla="*/ 6773599 w 6773599"/>
              <a:gd name="connsiteY3" fmla="*/ 1128956 h 6878798"/>
              <a:gd name="connsiteX4" fmla="*/ 6773599 w 6773599"/>
              <a:gd name="connsiteY4" fmla="*/ 5749842 h 6878798"/>
              <a:gd name="connsiteX5" fmla="*/ 5644643 w 6773599"/>
              <a:gd name="connsiteY5" fmla="*/ 6878798 h 6878798"/>
              <a:gd name="connsiteX6" fmla="*/ 1128956 w 6773599"/>
              <a:gd name="connsiteY6" fmla="*/ 6878798 h 6878798"/>
              <a:gd name="connsiteX7" fmla="*/ 0 w 6773599"/>
              <a:gd name="connsiteY7" fmla="*/ 5749842 h 6878798"/>
              <a:gd name="connsiteX8" fmla="*/ 0 w 6773599"/>
              <a:gd name="connsiteY8" fmla="*/ 1128956 h 6878798"/>
              <a:gd name="connsiteX0" fmla="*/ 0 w 6776725"/>
              <a:gd name="connsiteY0" fmla="*/ 1128956 h 6878798"/>
              <a:gd name="connsiteX1" fmla="*/ 1128956 w 6776725"/>
              <a:gd name="connsiteY1" fmla="*/ 0 h 6878798"/>
              <a:gd name="connsiteX2" fmla="*/ 6228117 w 6776725"/>
              <a:gd name="connsiteY2" fmla="*/ 8709 h 6878798"/>
              <a:gd name="connsiteX3" fmla="*/ 6773599 w 6776725"/>
              <a:gd name="connsiteY3" fmla="*/ 1128956 h 6878798"/>
              <a:gd name="connsiteX4" fmla="*/ 6773599 w 6776725"/>
              <a:gd name="connsiteY4" fmla="*/ 5749842 h 6878798"/>
              <a:gd name="connsiteX5" fmla="*/ 5644643 w 6776725"/>
              <a:gd name="connsiteY5" fmla="*/ 6878798 h 6878798"/>
              <a:gd name="connsiteX6" fmla="*/ 1128956 w 6776725"/>
              <a:gd name="connsiteY6" fmla="*/ 6878798 h 6878798"/>
              <a:gd name="connsiteX7" fmla="*/ 0 w 6776725"/>
              <a:gd name="connsiteY7" fmla="*/ 5749842 h 6878798"/>
              <a:gd name="connsiteX8" fmla="*/ 0 w 6776725"/>
              <a:gd name="connsiteY8" fmla="*/ 1128956 h 6878798"/>
              <a:gd name="connsiteX0" fmla="*/ 0 w 6776725"/>
              <a:gd name="connsiteY0" fmla="*/ 1128956 h 6878798"/>
              <a:gd name="connsiteX1" fmla="*/ 641276 w 6776725"/>
              <a:gd name="connsiteY1" fmla="*/ 0 h 6878798"/>
              <a:gd name="connsiteX2" fmla="*/ 6228117 w 6776725"/>
              <a:gd name="connsiteY2" fmla="*/ 8709 h 6878798"/>
              <a:gd name="connsiteX3" fmla="*/ 6773599 w 6776725"/>
              <a:gd name="connsiteY3" fmla="*/ 1128956 h 6878798"/>
              <a:gd name="connsiteX4" fmla="*/ 6773599 w 6776725"/>
              <a:gd name="connsiteY4" fmla="*/ 5749842 h 6878798"/>
              <a:gd name="connsiteX5" fmla="*/ 5644643 w 6776725"/>
              <a:gd name="connsiteY5" fmla="*/ 6878798 h 6878798"/>
              <a:gd name="connsiteX6" fmla="*/ 1128956 w 6776725"/>
              <a:gd name="connsiteY6" fmla="*/ 6878798 h 6878798"/>
              <a:gd name="connsiteX7" fmla="*/ 0 w 6776725"/>
              <a:gd name="connsiteY7" fmla="*/ 5749842 h 6878798"/>
              <a:gd name="connsiteX8" fmla="*/ 0 w 6776725"/>
              <a:gd name="connsiteY8" fmla="*/ 1128956 h 6878798"/>
              <a:gd name="connsiteX0" fmla="*/ 0 w 6776725"/>
              <a:gd name="connsiteY0" fmla="*/ 1128956 h 6887507"/>
              <a:gd name="connsiteX1" fmla="*/ 641276 w 6776725"/>
              <a:gd name="connsiteY1" fmla="*/ 0 h 6887507"/>
              <a:gd name="connsiteX2" fmla="*/ 6228117 w 6776725"/>
              <a:gd name="connsiteY2" fmla="*/ 8709 h 6887507"/>
              <a:gd name="connsiteX3" fmla="*/ 6773599 w 6776725"/>
              <a:gd name="connsiteY3" fmla="*/ 1128956 h 6887507"/>
              <a:gd name="connsiteX4" fmla="*/ 6773599 w 6776725"/>
              <a:gd name="connsiteY4" fmla="*/ 5749842 h 6887507"/>
              <a:gd name="connsiteX5" fmla="*/ 6184575 w 6776725"/>
              <a:gd name="connsiteY5" fmla="*/ 6887507 h 6887507"/>
              <a:gd name="connsiteX6" fmla="*/ 1128956 w 6776725"/>
              <a:gd name="connsiteY6" fmla="*/ 6878798 h 6887507"/>
              <a:gd name="connsiteX7" fmla="*/ 0 w 6776725"/>
              <a:gd name="connsiteY7" fmla="*/ 5749842 h 6887507"/>
              <a:gd name="connsiteX8" fmla="*/ 0 w 6776725"/>
              <a:gd name="connsiteY8" fmla="*/ 1128956 h 6887507"/>
              <a:gd name="connsiteX0" fmla="*/ 6531 w 6783256"/>
              <a:gd name="connsiteY0" fmla="*/ 1128956 h 6896215"/>
              <a:gd name="connsiteX1" fmla="*/ 647807 w 6783256"/>
              <a:gd name="connsiteY1" fmla="*/ 0 h 6896215"/>
              <a:gd name="connsiteX2" fmla="*/ 6234648 w 6783256"/>
              <a:gd name="connsiteY2" fmla="*/ 8709 h 6896215"/>
              <a:gd name="connsiteX3" fmla="*/ 6780130 w 6783256"/>
              <a:gd name="connsiteY3" fmla="*/ 1128956 h 6896215"/>
              <a:gd name="connsiteX4" fmla="*/ 6780130 w 6783256"/>
              <a:gd name="connsiteY4" fmla="*/ 5749842 h 6896215"/>
              <a:gd name="connsiteX5" fmla="*/ 6191106 w 6783256"/>
              <a:gd name="connsiteY5" fmla="*/ 6887507 h 6896215"/>
              <a:gd name="connsiteX6" fmla="*/ 525887 w 6783256"/>
              <a:gd name="connsiteY6" fmla="*/ 6896215 h 6896215"/>
              <a:gd name="connsiteX7" fmla="*/ 6531 w 6783256"/>
              <a:gd name="connsiteY7" fmla="*/ 5749842 h 6896215"/>
              <a:gd name="connsiteX8" fmla="*/ 6531 w 6783256"/>
              <a:gd name="connsiteY8" fmla="*/ 1128956 h 6896215"/>
              <a:gd name="connsiteX0" fmla="*/ 6531 w 6783256"/>
              <a:gd name="connsiteY0" fmla="*/ 1128956 h 6896215"/>
              <a:gd name="connsiteX1" fmla="*/ 647807 w 6783256"/>
              <a:gd name="connsiteY1" fmla="*/ 0 h 6896215"/>
              <a:gd name="connsiteX2" fmla="*/ 6234648 w 6783256"/>
              <a:gd name="connsiteY2" fmla="*/ 8709 h 6896215"/>
              <a:gd name="connsiteX3" fmla="*/ 6780130 w 6783256"/>
              <a:gd name="connsiteY3" fmla="*/ 1128956 h 6896215"/>
              <a:gd name="connsiteX4" fmla="*/ 6780130 w 6783256"/>
              <a:gd name="connsiteY4" fmla="*/ 5749842 h 6896215"/>
              <a:gd name="connsiteX5" fmla="*/ 6217232 w 6783256"/>
              <a:gd name="connsiteY5" fmla="*/ 6887507 h 6896215"/>
              <a:gd name="connsiteX6" fmla="*/ 525887 w 6783256"/>
              <a:gd name="connsiteY6" fmla="*/ 6896215 h 6896215"/>
              <a:gd name="connsiteX7" fmla="*/ 6531 w 6783256"/>
              <a:gd name="connsiteY7" fmla="*/ 5749842 h 6896215"/>
              <a:gd name="connsiteX8" fmla="*/ 6531 w 6783256"/>
              <a:gd name="connsiteY8" fmla="*/ 1128956 h 6896215"/>
              <a:gd name="connsiteX0" fmla="*/ 0 w 6794142"/>
              <a:gd name="connsiteY0" fmla="*/ 724212 h 6896215"/>
              <a:gd name="connsiteX1" fmla="*/ 658693 w 6794142"/>
              <a:gd name="connsiteY1" fmla="*/ 0 h 6896215"/>
              <a:gd name="connsiteX2" fmla="*/ 6245534 w 6794142"/>
              <a:gd name="connsiteY2" fmla="*/ 8709 h 6896215"/>
              <a:gd name="connsiteX3" fmla="*/ 6791016 w 6794142"/>
              <a:gd name="connsiteY3" fmla="*/ 1128956 h 6896215"/>
              <a:gd name="connsiteX4" fmla="*/ 6791016 w 6794142"/>
              <a:gd name="connsiteY4" fmla="*/ 5749842 h 6896215"/>
              <a:gd name="connsiteX5" fmla="*/ 6228118 w 6794142"/>
              <a:gd name="connsiteY5" fmla="*/ 6887507 h 6896215"/>
              <a:gd name="connsiteX6" fmla="*/ 536773 w 6794142"/>
              <a:gd name="connsiteY6" fmla="*/ 6896215 h 6896215"/>
              <a:gd name="connsiteX7" fmla="*/ 17417 w 6794142"/>
              <a:gd name="connsiteY7" fmla="*/ 5749842 h 6896215"/>
              <a:gd name="connsiteX8" fmla="*/ 0 w 6794142"/>
              <a:gd name="connsiteY8" fmla="*/ 724212 h 6896215"/>
              <a:gd name="connsiteX0" fmla="*/ 0 w 6792621"/>
              <a:gd name="connsiteY0" fmla="*/ 724212 h 6896215"/>
              <a:gd name="connsiteX1" fmla="*/ 658693 w 6792621"/>
              <a:gd name="connsiteY1" fmla="*/ 0 h 6896215"/>
              <a:gd name="connsiteX2" fmla="*/ 6245534 w 6792621"/>
              <a:gd name="connsiteY2" fmla="*/ 8709 h 6896215"/>
              <a:gd name="connsiteX3" fmla="*/ 6747473 w 6792621"/>
              <a:gd name="connsiteY3" fmla="*/ 679240 h 6896215"/>
              <a:gd name="connsiteX4" fmla="*/ 6791016 w 6792621"/>
              <a:gd name="connsiteY4" fmla="*/ 5749842 h 6896215"/>
              <a:gd name="connsiteX5" fmla="*/ 6228118 w 6792621"/>
              <a:gd name="connsiteY5" fmla="*/ 6887507 h 6896215"/>
              <a:gd name="connsiteX6" fmla="*/ 536773 w 6792621"/>
              <a:gd name="connsiteY6" fmla="*/ 6896215 h 6896215"/>
              <a:gd name="connsiteX7" fmla="*/ 17417 w 6792621"/>
              <a:gd name="connsiteY7" fmla="*/ 5749842 h 6896215"/>
              <a:gd name="connsiteX8" fmla="*/ 0 w 6792621"/>
              <a:gd name="connsiteY8" fmla="*/ 724212 h 6896215"/>
              <a:gd name="connsiteX0" fmla="*/ 0 w 6792621"/>
              <a:gd name="connsiteY0" fmla="*/ 724212 h 6896215"/>
              <a:gd name="connsiteX1" fmla="*/ 658693 w 6792621"/>
              <a:gd name="connsiteY1" fmla="*/ 0 h 6896215"/>
              <a:gd name="connsiteX2" fmla="*/ 6245534 w 6792621"/>
              <a:gd name="connsiteY2" fmla="*/ 8709 h 6896215"/>
              <a:gd name="connsiteX3" fmla="*/ 6764890 w 6792621"/>
              <a:gd name="connsiteY3" fmla="*/ 814155 h 6896215"/>
              <a:gd name="connsiteX4" fmla="*/ 6791016 w 6792621"/>
              <a:gd name="connsiteY4" fmla="*/ 5749842 h 6896215"/>
              <a:gd name="connsiteX5" fmla="*/ 6228118 w 6792621"/>
              <a:gd name="connsiteY5" fmla="*/ 6887507 h 6896215"/>
              <a:gd name="connsiteX6" fmla="*/ 536773 w 6792621"/>
              <a:gd name="connsiteY6" fmla="*/ 6896215 h 6896215"/>
              <a:gd name="connsiteX7" fmla="*/ 17417 w 6792621"/>
              <a:gd name="connsiteY7" fmla="*/ 5749842 h 6896215"/>
              <a:gd name="connsiteX8" fmla="*/ 0 w 6792621"/>
              <a:gd name="connsiteY8" fmla="*/ 724212 h 6896215"/>
              <a:gd name="connsiteX0" fmla="*/ 0 w 6784601"/>
              <a:gd name="connsiteY0" fmla="*/ 724212 h 6896215"/>
              <a:gd name="connsiteX1" fmla="*/ 658693 w 6784601"/>
              <a:gd name="connsiteY1" fmla="*/ 0 h 6896215"/>
              <a:gd name="connsiteX2" fmla="*/ 6245534 w 6784601"/>
              <a:gd name="connsiteY2" fmla="*/ 8709 h 6896215"/>
              <a:gd name="connsiteX3" fmla="*/ 6764890 w 6784601"/>
              <a:gd name="connsiteY3" fmla="*/ 814155 h 6896215"/>
              <a:gd name="connsiteX4" fmla="*/ 6782308 w 6784601"/>
              <a:gd name="connsiteY4" fmla="*/ 6169576 h 6896215"/>
              <a:gd name="connsiteX5" fmla="*/ 6228118 w 6784601"/>
              <a:gd name="connsiteY5" fmla="*/ 6887507 h 6896215"/>
              <a:gd name="connsiteX6" fmla="*/ 536773 w 6784601"/>
              <a:gd name="connsiteY6" fmla="*/ 6896215 h 6896215"/>
              <a:gd name="connsiteX7" fmla="*/ 17417 w 6784601"/>
              <a:gd name="connsiteY7" fmla="*/ 5749842 h 6896215"/>
              <a:gd name="connsiteX8" fmla="*/ 0 w 6784601"/>
              <a:gd name="connsiteY8" fmla="*/ 724212 h 6896215"/>
              <a:gd name="connsiteX0" fmla="*/ 0 w 6784601"/>
              <a:gd name="connsiteY0" fmla="*/ 724212 h 6896215"/>
              <a:gd name="connsiteX1" fmla="*/ 658693 w 6784601"/>
              <a:gd name="connsiteY1" fmla="*/ 0 h 6896215"/>
              <a:gd name="connsiteX2" fmla="*/ 6245534 w 6784601"/>
              <a:gd name="connsiteY2" fmla="*/ 8709 h 6896215"/>
              <a:gd name="connsiteX3" fmla="*/ 6764890 w 6784601"/>
              <a:gd name="connsiteY3" fmla="*/ 814155 h 6896215"/>
              <a:gd name="connsiteX4" fmla="*/ 6782308 w 6784601"/>
              <a:gd name="connsiteY4" fmla="*/ 6169576 h 6896215"/>
              <a:gd name="connsiteX5" fmla="*/ 6228118 w 6784601"/>
              <a:gd name="connsiteY5" fmla="*/ 6887507 h 6896215"/>
              <a:gd name="connsiteX6" fmla="*/ 536773 w 6784601"/>
              <a:gd name="connsiteY6" fmla="*/ 6896215 h 6896215"/>
              <a:gd name="connsiteX7" fmla="*/ 26125 w 6784601"/>
              <a:gd name="connsiteY7" fmla="*/ 6109614 h 6896215"/>
              <a:gd name="connsiteX8" fmla="*/ 0 w 6784601"/>
              <a:gd name="connsiteY8" fmla="*/ 724212 h 6896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4601" h="6896215">
                <a:moveTo>
                  <a:pt x="0" y="724212"/>
                </a:moveTo>
                <a:cubicBezTo>
                  <a:pt x="0" y="100707"/>
                  <a:pt x="35188" y="0"/>
                  <a:pt x="658693" y="0"/>
                </a:cubicBezTo>
                <a:lnTo>
                  <a:pt x="6245534" y="8709"/>
                </a:lnTo>
                <a:cubicBezTo>
                  <a:pt x="6869039" y="8709"/>
                  <a:pt x="6764890" y="190650"/>
                  <a:pt x="6764890" y="814155"/>
                </a:cubicBezTo>
                <a:lnTo>
                  <a:pt x="6782308" y="6169576"/>
                </a:lnTo>
                <a:cubicBezTo>
                  <a:pt x="6782308" y="6793081"/>
                  <a:pt x="6851623" y="6887507"/>
                  <a:pt x="6228118" y="6887507"/>
                </a:cubicBezTo>
                <a:lnTo>
                  <a:pt x="536773" y="6896215"/>
                </a:lnTo>
                <a:cubicBezTo>
                  <a:pt x="-86732" y="6896215"/>
                  <a:pt x="26125" y="6733119"/>
                  <a:pt x="26125" y="6109614"/>
                </a:cubicBezTo>
                <a:cubicBezTo>
                  <a:pt x="20319" y="4434404"/>
                  <a:pt x="5806" y="2399422"/>
                  <a:pt x="0" y="724212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E6DC1AD-4081-8194-0962-870EF26179CD}"/>
              </a:ext>
            </a:extLst>
          </p:cNvPr>
          <p:cNvSpPr txBox="1"/>
          <p:nvPr/>
        </p:nvSpPr>
        <p:spPr>
          <a:xfrm>
            <a:off x="4176668" y="2044181"/>
            <a:ext cx="15119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F8E6A1D-816A-BEF9-87F0-6D13BB0F3224}"/>
              </a:ext>
            </a:extLst>
          </p:cNvPr>
          <p:cNvSpPr/>
          <p:nvPr/>
        </p:nvSpPr>
        <p:spPr>
          <a:xfrm>
            <a:off x="9537970" y="4367412"/>
            <a:ext cx="502505" cy="148117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2962A62-73FE-B892-5A3C-365D519BDBE9}"/>
              </a:ext>
            </a:extLst>
          </p:cNvPr>
          <p:cNvSpPr/>
          <p:nvPr/>
        </p:nvSpPr>
        <p:spPr>
          <a:xfrm>
            <a:off x="7943159" y="4367412"/>
            <a:ext cx="502505" cy="1472627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4687015-0500-5D97-89CB-AE0103B20DDC}"/>
              </a:ext>
            </a:extLst>
          </p:cNvPr>
          <p:cNvSpPr txBox="1"/>
          <p:nvPr/>
        </p:nvSpPr>
        <p:spPr>
          <a:xfrm>
            <a:off x="6925851" y="976587"/>
            <a:ext cx="5612812" cy="911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đinh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dính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chặt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Khuôn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khuôn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phun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nhựa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nghề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66795DE-C386-B649-27E5-A7B6917F3F64}"/>
              </a:ext>
            </a:extLst>
          </p:cNvPr>
          <p:cNvCxnSpPr/>
          <p:nvPr/>
        </p:nvCxnSpPr>
        <p:spPr>
          <a:xfrm flipH="1">
            <a:off x="5033767" y="1176608"/>
            <a:ext cx="435428" cy="3135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4CA76771-F11D-C9AC-8140-8BA1245B65C8}"/>
              </a:ext>
            </a:extLst>
          </p:cNvPr>
          <p:cNvSpPr txBox="1"/>
          <p:nvPr/>
        </p:nvSpPr>
        <p:spPr>
          <a:xfrm>
            <a:off x="4666894" y="2456997"/>
            <a:ext cx="13692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</a:t>
            </a:r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276E48B-7D1B-4DFA-70FF-2D71E494DAF7}"/>
              </a:ext>
            </a:extLst>
          </p:cNvPr>
          <p:cNvSpPr txBox="1"/>
          <p:nvPr/>
        </p:nvSpPr>
        <p:spPr>
          <a:xfrm>
            <a:off x="137221" y="5772852"/>
            <a:ext cx="3249608" cy="275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Hầu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FRING_BLUE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FRING_RGB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CBF99155-D76A-3052-35EA-CACFFD3C5459}"/>
              </a:ext>
            </a:extLst>
          </p:cNvPr>
          <p:cNvSpPr>
            <a:spLocks/>
          </p:cNvSpPr>
          <p:nvPr/>
        </p:nvSpPr>
        <p:spPr>
          <a:xfrm>
            <a:off x="2674042" y="729205"/>
            <a:ext cx="1511951" cy="269719"/>
          </a:xfrm>
          <a:prstGeom prst="roundRect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Phenomenon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34C258A9-3078-9018-ED22-65804FAF1F1F}"/>
              </a:ext>
            </a:extLst>
          </p:cNvPr>
          <p:cNvSpPr/>
          <p:nvPr/>
        </p:nvSpPr>
        <p:spPr>
          <a:xfrm>
            <a:off x="8899737" y="729205"/>
            <a:ext cx="1511951" cy="294772"/>
          </a:xfrm>
          <a:prstGeom prst="roundRect">
            <a:avLst/>
          </a:prstGeom>
          <a:solidFill>
            <a:schemeClr val="accent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1071CF-F55F-BFF6-0C7A-9E909E1BF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433381"/>
              </p:ext>
            </p:extLst>
          </p:nvPr>
        </p:nvGraphicFramePr>
        <p:xfrm>
          <a:off x="218542" y="4275889"/>
          <a:ext cx="6189058" cy="1311960"/>
        </p:xfrm>
        <a:graphic>
          <a:graphicData uri="http://schemas.openxmlformats.org/drawingml/2006/table">
            <a:tbl>
              <a:tblPr/>
              <a:tblGrid>
                <a:gridCol w="501391">
                  <a:extLst>
                    <a:ext uri="{9D8B030D-6E8A-4147-A177-3AD203B41FA5}">
                      <a16:colId xmlns:a16="http://schemas.microsoft.com/office/drawing/2014/main" val="1585377669"/>
                    </a:ext>
                  </a:extLst>
                </a:gridCol>
                <a:gridCol w="648676">
                  <a:extLst>
                    <a:ext uri="{9D8B030D-6E8A-4147-A177-3AD203B41FA5}">
                      <a16:colId xmlns:a16="http://schemas.microsoft.com/office/drawing/2014/main" val="2098538875"/>
                    </a:ext>
                  </a:extLst>
                </a:gridCol>
                <a:gridCol w="413648">
                  <a:extLst>
                    <a:ext uri="{9D8B030D-6E8A-4147-A177-3AD203B41FA5}">
                      <a16:colId xmlns:a16="http://schemas.microsoft.com/office/drawing/2014/main" val="1976254897"/>
                    </a:ext>
                  </a:extLst>
                </a:gridCol>
                <a:gridCol w="513927">
                  <a:extLst>
                    <a:ext uri="{9D8B030D-6E8A-4147-A177-3AD203B41FA5}">
                      <a16:colId xmlns:a16="http://schemas.microsoft.com/office/drawing/2014/main" val="1335849632"/>
                    </a:ext>
                  </a:extLst>
                </a:gridCol>
                <a:gridCol w="513927">
                  <a:extLst>
                    <a:ext uri="{9D8B030D-6E8A-4147-A177-3AD203B41FA5}">
                      <a16:colId xmlns:a16="http://schemas.microsoft.com/office/drawing/2014/main" val="3559894196"/>
                    </a:ext>
                  </a:extLst>
                </a:gridCol>
                <a:gridCol w="513927">
                  <a:extLst>
                    <a:ext uri="{9D8B030D-6E8A-4147-A177-3AD203B41FA5}">
                      <a16:colId xmlns:a16="http://schemas.microsoft.com/office/drawing/2014/main" val="4206518638"/>
                    </a:ext>
                  </a:extLst>
                </a:gridCol>
                <a:gridCol w="513927">
                  <a:extLst>
                    <a:ext uri="{9D8B030D-6E8A-4147-A177-3AD203B41FA5}">
                      <a16:colId xmlns:a16="http://schemas.microsoft.com/office/drawing/2014/main" val="3036047206"/>
                    </a:ext>
                  </a:extLst>
                </a:gridCol>
                <a:gridCol w="513927">
                  <a:extLst>
                    <a:ext uri="{9D8B030D-6E8A-4147-A177-3AD203B41FA5}">
                      <a16:colId xmlns:a16="http://schemas.microsoft.com/office/drawing/2014/main" val="2145926358"/>
                    </a:ext>
                  </a:extLst>
                </a:gridCol>
                <a:gridCol w="513927">
                  <a:extLst>
                    <a:ext uri="{9D8B030D-6E8A-4147-A177-3AD203B41FA5}">
                      <a16:colId xmlns:a16="http://schemas.microsoft.com/office/drawing/2014/main" val="3456320022"/>
                    </a:ext>
                  </a:extLst>
                </a:gridCol>
                <a:gridCol w="513927">
                  <a:extLst>
                    <a:ext uri="{9D8B030D-6E8A-4147-A177-3AD203B41FA5}">
                      <a16:colId xmlns:a16="http://schemas.microsoft.com/office/drawing/2014/main" val="119693250"/>
                    </a:ext>
                  </a:extLst>
                </a:gridCol>
                <a:gridCol w="513927">
                  <a:extLst>
                    <a:ext uri="{9D8B030D-6E8A-4147-A177-3AD203B41FA5}">
                      <a16:colId xmlns:a16="http://schemas.microsoft.com/office/drawing/2014/main" val="2943074013"/>
                    </a:ext>
                  </a:extLst>
                </a:gridCol>
                <a:gridCol w="513927">
                  <a:extLst>
                    <a:ext uri="{9D8B030D-6E8A-4147-A177-3AD203B41FA5}">
                      <a16:colId xmlns:a16="http://schemas.microsoft.com/office/drawing/2014/main" val="54652494"/>
                    </a:ext>
                  </a:extLst>
                </a:gridCol>
              </a:tblGrid>
              <a:tr h="21866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Tỷ lệ lỗi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FRING_BLUE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1.98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1.22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2.98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E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1.92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1.30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382507"/>
                  </a:ext>
                </a:extLst>
              </a:tr>
              <a:tr h="218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FRING_RGB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2.36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2.70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2.20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1.47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3.39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1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4.04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B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0.45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116134"/>
                  </a:ext>
                </a:extLst>
              </a:tr>
              <a:tr h="21866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Số lượng 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FRING_BLUE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4,179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1,268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1,313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1,315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746603"/>
                  </a:ext>
                </a:extLst>
              </a:tr>
              <a:tr h="218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FRING_RGB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9,199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2,213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1,551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1,073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2,777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591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468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394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83468"/>
                  </a:ext>
                </a:extLst>
              </a:tr>
              <a:tr h="21866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9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Sản lượng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FRING_BLUE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211,199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1,714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12,562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42,499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77,569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E5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68,445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E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8,772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004106"/>
                  </a:ext>
                </a:extLst>
              </a:tr>
              <a:tr h="218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FRING_RGB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389,612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82,040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E4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70,435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E8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73,191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E7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85,390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29,506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6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13,812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B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2,576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26,594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7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Times New Roman" panose="02020603050405020304" pitchFamily="18" charset="0"/>
                        </a:rPr>
                        <a:t>6,164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67289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14DA44-A792-CE49-840B-0E176D0F4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036968"/>
              </p:ext>
            </p:extLst>
          </p:nvPr>
        </p:nvGraphicFramePr>
        <p:xfrm>
          <a:off x="225340" y="6232432"/>
          <a:ext cx="6175463" cy="771525"/>
        </p:xfrm>
        <a:graphic>
          <a:graphicData uri="http://schemas.openxmlformats.org/drawingml/2006/table">
            <a:tbl>
              <a:tblPr/>
              <a:tblGrid>
                <a:gridCol w="1227047">
                  <a:extLst>
                    <a:ext uri="{9D8B030D-6E8A-4147-A177-3AD203B41FA5}">
                      <a16:colId xmlns:a16="http://schemas.microsoft.com/office/drawing/2014/main" val="1519282872"/>
                    </a:ext>
                  </a:extLst>
                </a:gridCol>
                <a:gridCol w="549824">
                  <a:extLst>
                    <a:ext uri="{9D8B030D-6E8A-4147-A177-3AD203B41FA5}">
                      <a16:colId xmlns:a16="http://schemas.microsoft.com/office/drawing/2014/main" val="2336888256"/>
                    </a:ext>
                  </a:extLst>
                </a:gridCol>
                <a:gridCol w="549824">
                  <a:extLst>
                    <a:ext uri="{9D8B030D-6E8A-4147-A177-3AD203B41FA5}">
                      <a16:colId xmlns:a16="http://schemas.microsoft.com/office/drawing/2014/main" val="2007647415"/>
                    </a:ext>
                  </a:extLst>
                </a:gridCol>
                <a:gridCol w="549824">
                  <a:extLst>
                    <a:ext uri="{9D8B030D-6E8A-4147-A177-3AD203B41FA5}">
                      <a16:colId xmlns:a16="http://schemas.microsoft.com/office/drawing/2014/main" val="3797124372"/>
                    </a:ext>
                  </a:extLst>
                </a:gridCol>
                <a:gridCol w="549824">
                  <a:extLst>
                    <a:ext uri="{9D8B030D-6E8A-4147-A177-3AD203B41FA5}">
                      <a16:colId xmlns:a16="http://schemas.microsoft.com/office/drawing/2014/main" val="800353403"/>
                    </a:ext>
                  </a:extLst>
                </a:gridCol>
                <a:gridCol w="549824">
                  <a:extLst>
                    <a:ext uri="{9D8B030D-6E8A-4147-A177-3AD203B41FA5}">
                      <a16:colId xmlns:a16="http://schemas.microsoft.com/office/drawing/2014/main" val="3992120303"/>
                    </a:ext>
                  </a:extLst>
                </a:gridCol>
                <a:gridCol w="549824">
                  <a:extLst>
                    <a:ext uri="{9D8B030D-6E8A-4147-A177-3AD203B41FA5}">
                      <a16:colId xmlns:a16="http://schemas.microsoft.com/office/drawing/2014/main" val="735458778"/>
                    </a:ext>
                  </a:extLst>
                </a:gridCol>
                <a:gridCol w="549824">
                  <a:extLst>
                    <a:ext uri="{9D8B030D-6E8A-4147-A177-3AD203B41FA5}">
                      <a16:colId xmlns:a16="http://schemas.microsoft.com/office/drawing/2014/main" val="1804299943"/>
                    </a:ext>
                  </a:extLst>
                </a:gridCol>
                <a:gridCol w="549824">
                  <a:extLst>
                    <a:ext uri="{9D8B030D-6E8A-4147-A177-3AD203B41FA5}">
                      <a16:colId xmlns:a16="http://schemas.microsoft.com/office/drawing/2014/main" val="1556287170"/>
                    </a:ext>
                  </a:extLst>
                </a:gridCol>
                <a:gridCol w="549824">
                  <a:extLst>
                    <a:ext uri="{9D8B030D-6E8A-4147-A177-3AD203B41FA5}">
                      <a16:colId xmlns:a16="http://schemas.microsoft.com/office/drawing/2014/main" val="1546355299"/>
                    </a:ext>
                  </a:extLst>
                </a:gridCol>
              </a:tblGrid>
              <a:tr h="145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Tháng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666937"/>
                  </a:ext>
                </a:extLst>
              </a:tr>
              <a:tr h="145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Ca_1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B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013003"/>
                  </a:ext>
                </a:extLst>
              </a:tr>
              <a:tr h="1531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Ca_2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B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3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164541"/>
                  </a:ext>
                </a:extLst>
              </a:tr>
              <a:tr h="145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Ca_3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B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35174"/>
                  </a:ext>
                </a:extLst>
              </a:tr>
              <a:tr h="145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26189"/>
                  </a:ext>
                </a:extLst>
              </a:tr>
            </a:tbl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340ED45F-149A-51D0-7851-1F2481F616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436384"/>
              </p:ext>
            </p:extLst>
          </p:nvPr>
        </p:nvGraphicFramePr>
        <p:xfrm>
          <a:off x="6719648" y="6870700"/>
          <a:ext cx="2988546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838745" imgH="2181122" progId="Excel.Sheet.12">
                  <p:embed/>
                </p:oleObj>
              </mc:Choice>
              <mc:Fallback>
                <p:oleObj name="Worksheet" r:id="rId5" imgW="3838745" imgH="2181122" progId="Excel.Sheet.12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340ED45F-149A-51D0-7851-1F2481F616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19648" y="6870700"/>
                        <a:ext cx="2988546" cy="166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45148FF2-469C-5E99-D676-92F18D223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844787"/>
              </p:ext>
            </p:extLst>
          </p:nvPr>
        </p:nvGraphicFramePr>
        <p:xfrm>
          <a:off x="9767811" y="6871470"/>
          <a:ext cx="2910130" cy="1639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3962284" imgH="2181122" progId="Excel.Sheet.12">
                  <p:embed/>
                </p:oleObj>
              </mc:Choice>
              <mc:Fallback>
                <p:oleObj name="Worksheet" r:id="rId7" imgW="3962284" imgH="2181122" progId="Excel.Sheet.12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45148FF2-469C-5E99-D676-92F18D2239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67811" y="6871470"/>
                        <a:ext cx="2910130" cy="1639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4576D5D8-BD29-4CE1-A2B3-2B28BC5E86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3260243"/>
              </p:ext>
            </p:extLst>
          </p:nvPr>
        </p:nvGraphicFramePr>
        <p:xfrm>
          <a:off x="225340" y="2274006"/>
          <a:ext cx="1506671" cy="1978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DB42D79-24B9-A865-75AD-464586B4CE0F}"/>
              </a:ext>
            </a:extLst>
          </p:cNvPr>
          <p:cNvSpPr txBox="1"/>
          <p:nvPr/>
        </p:nvSpPr>
        <p:spPr>
          <a:xfrm>
            <a:off x="2747336" y="5562734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07028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413F619E74D448B7364F2B18EB682E" ma:contentTypeVersion="14" ma:contentTypeDescription="Create a new document." ma:contentTypeScope="" ma:versionID="cc8d2ce0fb6892a44b4f3a83b22149d2">
  <xsd:schema xmlns:xsd="http://www.w3.org/2001/XMLSchema" xmlns:xs="http://www.w3.org/2001/XMLSchema" xmlns:p="http://schemas.microsoft.com/office/2006/metadata/properties" xmlns:ns2="72f7ce6b-007f-4f3b-96b6-2a1df9903691" xmlns:ns3="a55b5ba1-a1e8-415b-8500-19f1151c5b1d" targetNamespace="http://schemas.microsoft.com/office/2006/metadata/properties" ma:root="true" ma:fieldsID="f5f9f343feeaaf41da9c49a47f5d9efc" ns2:_="" ns3:_="">
    <xsd:import namespace="72f7ce6b-007f-4f3b-96b6-2a1df9903691"/>
    <xsd:import namespace="a55b5ba1-a1e8-415b-8500-19f1151c5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f7ce6b-007f-4f3b-96b6-2a1df99036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d840383-5d1e-4f43-98e2-a4c905fbb0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5b5ba1-a1e8-415b-8500-19f1151c5b1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29c20c-1bdd-4fe9-870a-8d2d7f0422e5}" ma:internalName="TaxCatchAll" ma:showField="CatchAllData" ma:web="a55b5ba1-a1e8-415b-8500-19f1151c5b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55b5ba1-a1e8-415b-8500-19f1151c5b1d" xsi:nil="true"/>
    <lcf76f155ced4ddcb4097134ff3c332f xmlns="72f7ce6b-007f-4f3b-96b6-2a1df990369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F288FB5-884C-468B-909D-F0C7DEB8B7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9C993D-CD50-47C8-8EFB-D91A69CF0697}"/>
</file>

<file path=customXml/itemProps3.xml><?xml version="1.0" encoding="utf-8"?>
<ds:datastoreItem xmlns:ds="http://schemas.openxmlformats.org/officeDocument/2006/customXml" ds:itemID="{687F78BF-249E-4706-B1C4-EC5E46BEF546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a55b5ba1-a1e8-415b-8500-19f1151c5b1d"/>
    <ds:schemaRef ds:uri="http://purl.org/dc/terms/"/>
    <ds:schemaRef ds:uri="72f7ce6b-007f-4f3b-96b6-2a1df9903691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6829</TotalTime>
  <Words>847</Words>
  <Application>Microsoft Office PowerPoint</Application>
  <PresentationFormat>A3 Paper (297x420 mm)</PresentationFormat>
  <Paragraphs>391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Aptos Narrow</vt:lpstr>
      <vt:lpstr>Arial</vt:lpstr>
      <vt:lpstr>Times New Roman</vt:lpstr>
      <vt:lpstr>Wingdings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Trịnh Trọng Tuấn</dc:creator>
  <cp:lastModifiedBy>Nguyễn Hữu Hải</cp:lastModifiedBy>
  <cp:revision>32</cp:revision>
  <dcterms:created xsi:type="dcterms:W3CDTF">2024-07-25T04:09:39Z</dcterms:created>
  <dcterms:modified xsi:type="dcterms:W3CDTF">2025-11-12T04:58:32Z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0x010100C8413F619E74D448B7364F2B18EB682E</vt:lpwstr>
  </property>
  <property fmtid="{D5CDD505-2E9C-101B-9397-08002B2CF9AE}" pid="3" name="MediaServiceImageTags">
    <vt:lpwstr/>
  </property>
</Properties>
</file>